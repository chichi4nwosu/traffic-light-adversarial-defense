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Lst>
  <p:sldSz cx="43891200" cy="32918400"/>
  <p:notesSz cx="6950075" cy="92360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A6233F76-9597-A8B4-6B7A-8A95D6616FD4}" name="Sumaiya Tasneem" initials="ST" userId="S::stasneem@crimson.ua.edu::22a28975-6212-4ad9-bd79-8fd7f0c35e3a" providerId="AD"/>
  <p188:author id="{0DD5EDBF-3B74-D3FC-B98E-9495A303D7AD}" name="Chinualumogo Nwosu" initials="" userId="S::cmnwosu@ua.edu::48603c57-89ca-4ff8-9453-319e1d82f4e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2CC"/>
    <a:srgbClr val="9C2334"/>
    <a:srgbClr val="A1203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5C91F8-9EB6-EDB5-EF57-3CF04BED63CD}" v="1" dt="2026-07-20T17:26:19.775"/>
    <p1510:client id="{0E2B1314-4AEB-E4E4-8A6D-008BDC38DBDF}" v="59" dt="2026-07-19T20:07:16.452"/>
    <p1510:client id="{22DC7553-FAE7-73C1-88C6-79206CB52058}" v="52" dt="2026-07-20T17:25:49.116"/>
    <p1510:client id="{35EADC57-F301-E18B-FA7E-526B101ADC77}" v="112" dt="2026-07-19T19:58:01.092"/>
    <p1510:client id="{3B2C7667-D874-0C1E-DE49-3DF24DE38497}" v="28" dt="2026-07-20T16:36:11.929"/>
    <p1510:client id="{4482C84E-C136-8A30-0FFC-F64B9CD08D1F}" v="11" dt="2026-07-20T15:44:03.872"/>
    <p1510:client id="{479F001A-58D7-8B28-4955-0CC160D40A26}" v="5" dt="2026-07-20T03:37:10.591"/>
    <p1510:client id="{58DAB9FC-3246-4AF5-64E0-A457F58AC73F}" v="79" dt="2026-07-20T16:39:25.521"/>
    <p1510:client id="{6023F6B3-B8A0-D2B9-6120-91E6E54905D3}" v="4" dt="2026-07-20T03:47:21.275"/>
    <p1510:client id="{72364F8E-C898-3071-3CBD-7575CF1438D9}" v="2" dt="2026-07-20T16:04:50.818"/>
    <p1510:client id="{724F718F-C06C-D8A9-23E9-B5B5C56CF520}" v="204" dt="2026-07-20T17:20:24.833"/>
    <p1510:client id="{84B4B076-2275-0E68-B1DA-8DE9FD320736}" v="36" dt="2026-07-20T04:05:13.419"/>
    <p1510:client id="{B3C93901-2A0C-07E7-AA93-EAF44B426BC7}" v="23" dt="2026-07-20T21:06:11.366"/>
    <p1510:client id="{C5571E26-24A0-389E-155A-A264138386D0}" v="29" dt="2026-07-20T15:37:20.702"/>
    <p1510:client id="{CBDCC445-90FF-FCDC-99CB-C86BD7589999}" v="3" dt="2026-07-19T19:58:32.452"/>
    <p1510:client id="{E74BFF1E-3E6B-6714-66D3-3D8F2A1BB49B}" v="44" dt="2026-07-20T15:49:56.49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48"/>
  </p:normalViewPr>
  <p:slideViewPr>
    <p:cSldViewPr snapToGrid="0">
      <p:cViewPr varScale="1">
        <p:scale>
          <a:sx n="22" d="100"/>
          <a:sy n="22" d="100"/>
        </p:scale>
        <p:origin x="109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 Id="rId9"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maiya Tasneem" userId="S::stasneem@crimson.ua.edu::22a28975-6212-4ad9-bd79-8fd7f0c35e3a" providerId="AD" clId="Web-{22DC7553-FAE7-73C1-88C6-79206CB52058}"/>
    <pc:docChg chg="modSld">
      <pc:chgData name="Sumaiya Tasneem" userId="S::stasneem@crimson.ua.edu::22a28975-6212-4ad9-bd79-8fd7f0c35e3a" providerId="AD" clId="Web-{22DC7553-FAE7-73C1-88C6-79206CB52058}" dt="2026-07-20T17:25:47.975" v="48"/>
      <pc:docMkLst>
        <pc:docMk/>
      </pc:docMkLst>
      <pc:sldChg chg="modSp">
        <pc:chgData name="Sumaiya Tasneem" userId="S::stasneem@crimson.ua.edu::22a28975-6212-4ad9-bd79-8fd7f0c35e3a" providerId="AD" clId="Web-{22DC7553-FAE7-73C1-88C6-79206CB52058}" dt="2026-07-20T17:25:47.975" v="48"/>
        <pc:sldMkLst>
          <pc:docMk/>
          <pc:sldMk cId="3492019808" sldId="257"/>
        </pc:sldMkLst>
        <pc:spChg chg="mod">
          <ac:chgData name="Sumaiya Tasneem" userId="S::stasneem@crimson.ua.edu::22a28975-6212-4ad9-bd79-8fd7f0c35e3a" providerId="AD" clId="Web-{22DC7553-FAE7-73C1-88C6-79206CB52058}" dt="2026-07-20T17:25:08.897" v="28" actId="1076"/>
          <ac:spMkLst>
            <pc:docMk/>
            <pc:sldMk cId="3492019808" sldId="257"/>
            <ac:spMk id="3" creationId="{9E449BBA-ED31-B248-E62D-3CD7A81B15E3}"/>
          </ac:spMkLst>
        </pc:spChg>
        <pc:spChg chg="mod">
          <ac:chgData name="Sumaiya Tasneem" userId="S::stasneem@crimson.ua.edu::22a28975-6212-4ad9-bd79-8fd7f0c35e3a" providerId="AD" clId="Web-{22DC7553-FAE7-73C1-88C6-79206CB52058}" dt="2026-07-20T17:22:37.849" v="19" actId="1076"/>
          <ac:spMkLst>
            <pc:docMk/>
            <pc:sldMk cId="3492019808" sldId="257"/>
            <ac:spMk id="40" creationId="{45A05B08-B700-810D-2EFD-F7E2E4FF955A}"/>
          </ac:spMkLst>
        </pc:spChg>
        <pc:spChg chg="mod">
          <ac:chgData name="Sumaiya Tasneem" userId="S::stasneem@crimson.ua.edu::22a28975-6212-4ad9-bd79-8fd7f0c35e3a" providerId="AD" clId="Web-{22DC7553-FAE7-73C1-88C6-79206CB52058}" dt="2026-07-20T17:22:44.974" v="21" actId="1076"/>
          <ac:spMkLst>
            <pc:docMk/>
            <pc:sldMk cId="3492019808" sldId="257"/>
            <ac:spMk id="74" creationId="{6B151DAF-8FA9-73AD-7730-BE3BA349D234}"/>
          </ac:spMkLst>
        </pc:spChg>
        <pc:spChg chg="mod">
          <ac:chgData name="Sumaiya Tasneem" userId="S::stasneem@crimson.ua.edu::22a28975-6212-4ad9-bd79-8fd7f0c35e3a" providerId="AD" clId="Web-{22DC7553-FAE7-73C1-88C6-79206CB52058}" dt="2026-07-20T17:25:20.788" v="30" actId="1076"/>
          <ac:spMkLst>
            <pc:docMk/>
            <pc:sldMk cId="3492019808" sldId="257"/>
            <ac:spMk id="89" creationId="{9FC46D3B-8394-9B0D-A392-8A20D69FEAB9}"/>
          </ac:spMkLst>
        </pc:spChg>
        <pc:graphicFrameChg chg="mod modGraphic">
          <ac:chgData name="Sumaiya Tasneem" userId="S::stasneem@crimson.ua.edu::22a28975-6212-4ad9-bd79-8fd7f0c35e3a" providerId="AD" clId="Web-{22DC7553-FAE7-73C1-88C6-79206CB52058}" dt="2026-07-20T17:25:47.975" v="48"/>
          <ac:graphicFrameMkLst>
            <pc:docMk/>
            <pc:sldMk cId="3492019808" sldId="257"/>
            <ac:graphicFrameMk id="13" creationId="{BB8F9BA0-E696-B3D9-3059-4A58E40BCFE4}"/>
          </ac:graphicFrameMkLst>
        </pc:graphicFrameChg>
        <pc:picChg chg="mod">
          <ac:chgData name="Sumaiya Tasneem" userId="S::stasneem@crimson.ua.edu::22a28975-6212-4ad9-bd79-8fd7f0c35e3a" providerId="AD" clId="Web-{22DC7553-FAE7-73C1-88C6-79206CB52058}" dt="2026-07-20T17:22:12.208" v="15" actId="14100"/>
          <ac:picMkLst>
            <pc:docMk/>
            <pc:sldMk cId="3492019808" sldId="257"/>
            <ac:picMk id="12" creationId="{75F10B4C-C25E-E727-A942-E2953EDC7203}"/>
          </ac:picMkLst>
        </pc:picChg>
        <pc:picChg chg="mod">
          <ac:chgData name="Sumaiya Tasneem" userId="S::stasneem@crimson.ua.edu::22a28975-6212-4ad9-bd79-8fd7f0c35e3a" providerId="AD" clId="Web-{22DC7553-FAE7-73C1-88C6-79206CB52058}" dt="2026-07-20T17:25:36.678" v="32" actId="1076"/>
          <ac:picMkLst>
            <pc:docMk/>
            <pc:sldMk cId="3492019808" sldId="257"/>
            <ac:picMk id="20" creationId="{C849DF85-F2DB-E854-35DD-529DEE21B05A}"/>
          </ac:picMkLst>
        </pc:picChg>
      </pc:sldChg>
    </pc:docChg>
  </pc:docChgLst>
  <pc:docChgLst>
    <pc:chgData name="Sumaiya Tasneem" userId="S::stasneem@crimson.ua.edu::22a28975-6212-4ad9-bd79-8fd7f0c35e3a" providerId="AD" clId="Web-{B3C93901-2A0C-07E7-AA93-EAF44B426BC7}"/>
    <pc:docChg chg="modSld">
      <pc:chgData name="Sumaiya Tasneem" userId="S::stasneem@crimson.ua.edu::22a28975-6212-4ad9-bd79-8fd7f0c35e3a" providerId="AD" clId="Web-{B3C93901-2A0C-07E7-AA93-EAF44B426BC7}" dt="2026-07-20T21:06:10.601" v="17"/>
      <pc:docMkLst>
        <pc:docMk/>
      </pc:docMkLst>
      <pc:sldChg chg="modSp">
        <pc:chgData name="Sumaiya Tasneem" userId="S::stasneem@crimson.ua.edu::22a28975-6212-4ad9-bd79-8fd7f0c35e3a" providerId="AD" clId="Web-{B3C93901-2A0C-07E7-AA93-EAF44B426BC7}" dt="2026-07-20T21:06:10.601" v="17"/>
        <pc:sldMkLst>
          <pc:docMk/>
          <pc:sldMk cId="3492019808" sldId="257"/>
        </pc:sldMkLst>
        <pc:spChg chg="mod">
          <ac:chgData name="Sumaiya Tasneem" userId="S::stasneem@crimson.ua.edu::22a28975-6212-4ad9-bd79-8fd7f0c35e3a" providerId="AD" clId="Web-{B3C93901-2A0C-07E7-AA93-EAF44B426BC7}" dt="2026-07-20T21:06:05.960" v="1" actId="1076"/>
          <ac:spMkLst>
            <pc:docMk/>
            <pc:sldMk cId="3492019808" sldId="257"/>
            <ac:spMk id="18" creationId="{97077093-81E3-27BB-5ADA-34E6BBACBA3D}"/>
          </ac:spMkLst>
        </pc:spChg>
        <pc:graphicFrameChg chg="mod modGraphic">
          <ac:chgData name="Sumaiya Tasneem" userId="S::stasneem@crimson.ua.edu::22a28975-6212-4ad9-bd79-8fd7f0c35e3a" providerId="AD" clId="Web-{B3C93901-2A0C-07E7-AA93-EAF44B426BC7}" dt="2026-07-20T21:06:10.601" v="17"/>
          <ac:graphicFrameMkLst>
            <pc:docMk/>
            <pc:sldMk cId="3492019808" sldId="257"/>
            <ac:graphicFrameMk id="13" creationId="{BB8F9BA0-E696-B3D9-3059-4A58E40BCFE4}"/>
          </ac:graphicFrameMkLst>
        </pc:graphicFrameChg>
      </pc:sldChg>
    </pc:docChg>
  </pc:docChgLst>
  <pc:docChgLst>
    <pc:chgData name="Sumaiya Tasneem" userId="S::stasneem@crimson.ua.edu::22a28975-6212-4ad9-bd79-8fd7f0c35e3a" providerId="AD" clId="Web-{724F718F-C06C-D8A9-23E9-B5B5C56CF520}"/>
    <pc:docChg chg="modSld">
      <pc:chgData name="Sumaiya Tasneem" userId="S::stasneem@crimson.ua.edu::22a28975-6212-4ad9-bd79-8fd7f0c35e3a" providerId="AD" clId="Web-{724F718F-C06C-D8A9-23E9-B5B5C56CF520}" dt="2026-07-20T17:19:27.927" v="138" actId="20577"/>
      <pc:docMkLst>
        <pc:docMk/>
      </pc:docMkLst>
      <pc:sldChg chg="modSp">
        <pc:chgData name="Sumaiya Tasneem" userId="S::stasneem@crimson.ua.edu::22a28975-6212-4ad9-bd79-8fd7f0c35e3a" providerId="AD" clId="Web-{724F718F-C06C-D8A9-23E9-B5B5C56CF520}" dt="2026-07-20T17:19:27.927" v="138" actId="20577"/>
        <pc:sldMkLst>
          <pc:docMk/>
          <pc:sldMk cId="3492019808" sldId="257"/>
        </pc:sldMkLst>
        <pc:spChg chg="mod">
          <ac:chgData name="Sumaiya Tasneem" userId="S::stasneem@crimson.ua.edu::22a28975-6212-4ad9-bd79-8fd7f0c35e3a" providerId="AD" clId="Web-{724F718F-C06C-D8A9-23E9-B5B5C56CF520}" dt="2026-07-20T17:09:36.141" v="77" actId="1076"/>
          <ac:spMkLst>
            <pc:docMk/>
            <pc:sldMk cId="3492019808" sldId="257"/>
            <ac:spMk id="7" creationId="{EE26D83B-DB57-1F95-7994-EBF024E47C36}"/>
          </ac:spMkLst>
        </pc:spChg>
        <pc:spChg chg="mod">
          <ac:chgData name="Sumaiya Tasneem" userId="S::stasneem@crimson.ua.edu::22a28975-6212-4ad9-bd79-8fd7f0c35e3a" providerId="AD" clId="Web-{724F718F-C06C-D8A9-23E9-B5B5C56CF520}" dt="2026-07-20T17:19:27.927" v="138" actId="20577"/>
          <ac:spMkLst>
            <pc:docMk/>
            <pc:sldMk cId="3492019808" sldId="257"/>
            <ac:spMk id="16" creationId="{E8232445-9D1B-8685-3A0A-3FC7B2B94D72}"/>
          </ac:spMkLst>
        </pc:spChg>
        <pc:spChg chg="mod">
          <ac:chgData name="Sumaiya Tasneem" userId="S::stasneem@crimson.ua.edu::22a28975-6212-4ad9-bd79-8fd7f0c35e3a" providerId="AD" clId="Web-{724F718F-C06C-D8A9-23E9-B5B5C56CF520}" dt="2026-07-20T17:19:09.864" v="131" actId="20577"/>
          <ac:spMkLst>
            <pc:docMk/>
            <pc:sldMk cId="3492019808" sldId="257"/>
            <ac:spMk id="19" creationId="{AC2282EA-130D-9E4D-4211-D12DE05E6185}"/>
          </ac:spMkLst>
        </pc:spChg>
        <pc:spChg chg="mod">
          <ac:chgData name="Sumaiya Tasneem" userId="S::stasneem@crimson.ua.edu::22a28975-6212-4ad9-bd79-8fd7f0c35e3a" providerId="AD" clId="Web-{724F718F-C06C-D8A9-23E9-B5B5C56CF520}" dt="2026-07-20T17:05:26.935" v="70" actId="1076"/>
          <ac:spMkLst>
            <pc:docMk/>
            <pc:sldMk cId="3492019808" sldId="257"/>
            <ac:spMk id="21" creationId="{1A150345-4127-BA3C-EAAA-2C12D4C1305B}"/>
          </ac:spMkLst>
        </pc:spChg>
        <pc:spChg chg="mod">
          <ac:chgData name="Sumaiya Tasneem" userId="S::stasneem@crimson.ua.edu::22a28975-6212-4ad9-bd79-8fd7f0c35e3a" providerId="AD" clId="Web-{724F718F-C06C-D8A9-23E9-B5B5C56CF520}" dt="2026-07-20T17:08:10.421" v="72" actId="20577"/>
          <ac:spMkLst>
            <pc:docMk/>
            <pc:sldMk cId="3492019808" sldId="257"/>
            <ac:spMk id="23" creationId="{5D24C499-24DF-951D-8DD7-93D608B0FEB4}"/>
          </ac:spMkLst>
        </pc:spChg>
        <pc:spChg chg="mod">
          <ac:chgData name="Sumaiya Tasneem" userId="S::stasneem@crimson.ua.edu::22a28975-6212-4ad9-bd79-8fd7f0c35e3a" providerId="AD" clId="Web-{724F718F-C06C-D8A9-23E9-B5B5C56CF520}" dt="2026-07-20T17:16:53.738" v="127" actId="20577"/>
          <ac:spMkLst>
            <pc:docMk/>
            <pc:sldMk cId="3492019808" sldId="257"/>
            <ac:spMk id="54" creationId="{B9366189-4765-D496-2754-7D9F0DA5ABD2}"/>
          </ac:spMkLst>
        </pc:spChg>
        <pc:spChg chg="mod">
          <ac:chgData name="Sumaiya Tasneem" userId="S::stasneem@crimson.ua.edu::22a28975-6212-4ad9-bd79-8fd7f0c35e3a" providerId="AD" clId="Web-{724F718F-C06C-D8A9-23E9-B5B5C56CF520}" dt="2026-07-20T16:55:43.306" v="17" actId="1076"/>
          <ac:spMkLst>
            <pc:docMk/>
            <pc:sldMk cId="3492019808" sldId="257"/>
            <ac:spMk id="90" creationId="{ED072E40-0BD2-C578-E8A3-357E145148C3}"/>
          </ac:spMkLst>
        </pc:spChg>
        <pc:graphicFrameChg chg="mod modGraphic">
          <ac:chgData name="Sumaiya Tasneem" userId="S::stasneem@crimson.ua.edu::22a28975-6212-4ad9-bd79-8fd7f0c35e3a" providerId="AD" clId="Web-{724F718F-C06C-D8A9-23E9-B5B5C56CF520}" dt="2026-07-20T17:11:04.219" v="97"/>
          <ac:graphicFrameMkLst>
            <pc:docMk/>
            <pc:sldMk cId="3492019808" sldId="257"/>
            <ac:graphicFrameMk id="13" creationId="{BB8F9BA0-E696-B3D9-3059-4A58E40BCFE4}"/>
          </ac:graphicFrameMkLst>
        </pc:graphicFrameChg>
        <pc:picChg chg="mod">
          <ac:chgData name="Sumaiya Tasneem" userId="S::stasneem@crimson.ua.edu::22a28975-6212-4ad9-bd79-8fd7f0c35e3a" providerId="AD" clId="Web-{724F718F-C06C-D8A9-23E9-B5B5C56CF520}" dt="2026-07-20T17:09:48.688" v="79" actId="1076"/>
          <ac:picMkLst>
            <pc:docMk/>
            <pc:sldMk cId="3492019808" sldId="257"/>
            <ac:picMk id="14" creationId="{B1167D18-CCA0-9F92-178F-8F4539999EE1}"/>
          </ac:picMkLst>
        </pc:picChg>
        <pc:picChg chg="mod">
          <ac:chgData name="Sumaiya Tasneem" userId="S::stasneem@crimson.ua.edu::22a28975-6212-4ad9-bd79-8fd7f0c35e3a" providerId="AD" clId="Web-{724F718F-C06C-D8A9-23E9-B5B5C56CF520}" dt="2026-07-20T17:09:28.328" v="76" actId="1076"/>
          <ac:picMkLst>
            <pc:docMk/>
            <pc:sldMk cId="3492019808" sldId="257"/>
            <ac:picMk id="20" creationId="{C849DF85-F2DB-E854-35DD-529DEE21B05A}"/>
          </ac:picMkLst>
        </pc:picChg>
      </pc:sldChg>
    </pc:docChg>
  </pc:docChgLst>
  <pc:docChgLst>
    <pc:chgData name="Chinualumogo Nwosu" userId="S::cmnwosu@ua.edu::48603c57-89ca-4ff8-9453-319e1d82f4e1" providerId="AD" clId="Web-{3B2C7667-D874-0C1E-DE49-3DF24DE38497}"/>
    <pc:docChg chg="modSld">
      <pc:chgData name="Chinualumogo Nwosu" userId="S::cmnwosu@ua.edu::48603c57-89ca-4ff8-9453-319e1d82f4e1" providerId="AD" clId="Web-{3B2C7667-D874-0C1E-DE49-3DF24DE38497}" dt="2026-07-20T16:36:11.929" v="27"/>
      <pc:docMkLst>
        <pc:docMk/>
      </pc:docMkLst>
      <pc:sldChg chg="addSp delSp">
        <pc:chgData name="Chinualumogo Nwosu" userId="S::cmnwosu@ua.edu::48603c57-89ca-4ff8-9453-319e1d82f4e1" providerId="AD" clId="Web-{3B2C7667-D874-0C1E-DE49-3DF24DE38497}" dt="2026-07-20T16:36:11.929" v="27"/>
        <pc:sldMkLst>
          <pc:docMk/>
          <pc:sldMk cId="3492019808" sldId="257"/>
        </pc:sldMkLst>
        <pc:spChg chg="add del">
          <ac:chgData name="Chinualumogo Nwosu" userId="S::cmnwosu@ua.edu::48603c57-89ca-4ff8-9453-319e1d82f4e1" providerId="AD" clId="Web-{3B2C7667-D874-0C1E-DE49-3DF24DE38497}" dt="2026-07-20T16:36:10.601" v="22"/>
          <ac:spMkLst>
            <pc:docMk/>
            <pc:sldMk cId="3492019808" sldId="257"/>
            <ac:spMk id="6" creationId="{48623B93-56A7-71EF-248D-96D2F39BE88E}"/>
          </ac:spMkLst>
        </pc:spChg>
        <pc:spChg chg="add del">
          <ac:chgData name="Chinualumogo Nwosu" userId="S::cmnwosu@ua.edu::48603c57-89ca-4ff8-9453-319e1d82f4e1" providerId="AD" clId="Web-{3B2C7667-D874-0C1E-DE49-3DF24DE38497}" dt="2026-07-20T16:36:10.585" v="19"/>
          <ac:spMkLst>
            <pc:docMk/>
            <pc:sldMk cId="3492019808" sldId="257"/>
            <ac:spMk id="10" creationId="{972BA1F4-7C0C-7BA3-A97B-A2D21DE8E888}"/>
          </ac:spMkLst>
        </pc:spChg>
        <pc:spChg chg="del">
          <ac:chgData name="Chinualumogo Nwosu" userId="S::cmnwosu@ua.edu::48603c57-89ca-4ff8-9453-319e1d82f4e1" providerId="AD" clId="Web-{3B2C7667-D874-0C1E-DE49-3DF24DE38497}" dt="2026-07-20T16:36:10.585" v="18"/>
          <ac:spMkLst>
            <pc:docMk/>
            <pc:sldMk cId="3492019808" sldId="257"/>
            <ac:spMk id="13" creationId="{7D445850-6763-B3E7-B111-41D92617F5B2}"/>
          </ac:spMkLst>
        </pc:spChg>
        <pc:spChg chg="add">
          <ac:chgData name="Chinualumogo Nwosu" userId="S::cmnwosu@ua.edu::48603c57-89ca-4ff8-9453-319e1d82f4e1" providerId="AD" clId="Web-{3B2C7667-D874-0C1E-DE49-3DF24DE38497}" dt="2026-07-20T16:36:11.929" v="27"/>
          <ac:spMkLst>
            <pc:docMk/>
            <pc:sldMk cId="3492019808" sldId="257"/>
            <ac:spMk id="17" creationId="{74ED627C-013E-1D80-4685-CB57D15B04B8}"/>
          </ac:spMkLst>
        </pc:spChg>
        <pc:spChg chg="add">
          <ac:chgData name="Chinualumogo Nwosu" userId="S::cmnwosu@ua.edu::48603c57-89ca-4ff8-9453-319e1d82f4e1" providerId="AD" clId="Web-{3B2C7667-D874-0C1E-DE49-3DF24DE38497}" dt="2026-07-20T16:36:11.929" v="27"/>
          <ac:spMkLst>
            <pc:docMk/>
            <pc:sldMk cId="3492019808" sldId="257"/>
            <ac:spMk id="18" creationId="{97077093-81E3-27BB-5ADA-34E6BBACBA3D}"/>
          </ac:spMkLst>
        </pc:spChg>
        <pc:spChg chg="add">
          <ac:chgData name="Chinualumogo Nwosu" userId="S::cmnwosu@ua.edu::48603c57-89ca-4ff8-9453-319e1d82f4e1" providerId="AD" clId="Web-{3B2C7667-D874-0C1E-DE49-3DF24DE38497}" dt="2026-07-20T16:36:11.929" v="27"/>
          <ac:spMkLst>
            <pc:docMk/>
            <pc:sldMk cId="3492019808" sldId="257"/>
            <ac:spMk id="21" creationId="{1A150345-4127-BA3C-EAAA-2C12D4C1305B}"/>
          </ac:spMkLst>
        </pc:spChg>
        <pc:spChg chg="add">
          <ac:chgData name="Chinualumogo Nwosu" userId="S::cmnwosu@ua.edu::48603c57-89ca-4ff8-9453-319e1d82f4e1" providerId="AD" clId="Web-{3B2C7667-D874-0C1E-DE49-3DF24DE38497}" dt="2026-07-20T16:36:11.929" v="27"/>
          <ac:spMkLst>
            <pc:docMk/>
            <pc:sldMk cId="3492019808" sldId="257"/>
            <ac:spMk id="22" creationId="{F312F0F8-BF39-E397-D36C-91E870BC01D2}"/>
          </ac:spMkLst>
        </pc:spChg>
        <pc:spChg chg="add">
          <ac:chgData name="Chinualumogo Nwosu" userId="S::cmnwosu@ua.edu::48603c57-89ca-4ff8-9453-319e1d82f4e1" providerId="AD" clId="Web-{3B2C7667-D874-0C1E-DE49-3DF24DE38497}" dt="2026-07-20T16:36:11.929" v="27"/>
          <ac:spMkLst>
            <pc:docMk/>
            <pc:sldMk cId="3492019808" sldId="257"/>
            <ac:spMk id="23" creationId="{5D24C499-24DF-951D-8DD7-93D608B0FEB4}"/>
          </ac:spMkLst>
        </pc:spChg>
        <pc:spChg chg="del">
          <ac:chgData name="Chinualumogo Nwosu" userId="S::cmnwosu@ua.edu::48603c57-89ca-4ff8-9453-319e1d82f4e1" providerId="AD" clId="Web-{3B2C7667-D874-0C1E-DE49-3DF24DE38497}" dt="2026-07-20T16:36:10.585" v="17"/>
          <ac:spMkLst>
            <pc:docMk/>
            <pc:sldMk cId="3492019808" sldId="257"/>
            <ac:spMk id="25" creationId="{D40B947E-81DA-5FB3-91E3-94B962D346F7}"/>
          </ac:spMkLst>
        </pc:spChg>
        <pc:spChg chg="add">
          <ac:chgData name="Chinualumogo Nwosu" userId="S::cmnwosu@ua.edu::48603c57-89ca-4ff8-9453-319e1d82f4e1" providerId="AD" clId="Web-{3B2C7667-D874-0C1E-DE49-3DF24DE38497}" dt="2026-07-20T16:36:11.929" v="27"/>
          <ac:spMkLst>
            <pc:docMk/>
            <pc:sldMk cId="3492019808" sldId="257"/>
            <ac:spMk id="27" creationId="{972BA1F4-7C0C-7BA3-A97B-A2D21DE8E888}"/>
          </ac:spMkLst>
        </pc:spChg>
        <pc:spChg chg="add">
          <ac:chgData name="Chinualumogo Nwosu" userId="S::cmnwosu@ua.edu::48603c57-89ca-4ff8-9453-319e1d82f4e1" providerId="AD" clId="Web-{3B2C7667-D874-0C1E-DE49-3DF24DE38497}" dt="2026-07-20T16:36:11.929" v="27"/>
          <ac:spMkLst>
            <pc:docMk/>
            <pc:sldMk cId="3492019808" sldId="257"/>
            <ac:spMk id="30" creationId="{7D445850-6763-B3E7-B111-41D92617F5B2}"/>
          </ac:spMkLst>
        </pc:spChg>
        <pc:spChg chg="add del">
          <ac:chgData name="Chinualumogo Nwosu" userId="S::cmnwosu@ua.edu::48603c57-89ca-4ff8-9453-319e1d82f4e1" providerId="AD" clId="Web-{3B2C7667-D874-0C1E-DE49-3DF24DE38497}" dt="2026-07-20T16:36:10.601" v="26"/>
          <ac:spMkLst>
            <pc:docMk/>
            <pc:sldMk cId="3492019808" sldId="257"/>
            <ac:spMk id="38" creationId="{52D0E93D-A2D0-4195-7D3D-B62A580621C0}"/>
          </ac:spMkLst>
        </pc:spChg>
        <pc:spChg chg="add del">
          <ac:chgData name="Chinualumogo Nwosu" userId="S::cmnwosu@ua.edu::48603c57-89ca-4ff8-9453-319e1d82f4e1" providerId="AD" clId="Web-{3B2C7667-D874-0C1E-DE49-3DF24DE38497}" dt="2026-07-20T16:36:10.601" v="24"/>
          <ac:spMkLst>
            <pc:docMk/>
            <pc:sldMk cId="3492019808" sldId="257"/>
            <ac:spMk id="44" creationId="{8D97FCD1-8046-11AC-7367-BCDC07B6B541}"/>
          </ac:spMkLst>
        </pc:spChg>
        <pc:spChg chg="add del">
          <ac:chgData name="Chinualumogo Nwosu" userId="S::cmnwosu@ua.edu::48603c57-89ca-4ff8-9453-319e1d82f4e1" providerId="AD" clId="Web-{3B2C7667-D874-0C1E-DE49-3DF24DE38497}" dt="2026-07-20T16:36:10.601" v="23"/>
          <ac:spMkLst>
            <pc:docMk/>
            <pc:sldMk cId="3492019808" sldId="257"/>
            <ac:spMk id="46" creationId="{DBB23650-246A-FEEE-6C20-A19B756B9E89}"/>
          </ac:spMkLst>
        </pc:spChg>
        <pc:spChg chg="add del">
          <ac:chgData name="Chinualumogo Nwosu" userId="S::cmnwosu@ua.edu::48603c57-89ca-4ff8-9453-319e1d82f4e1" providerId="AD" clId="Web-{3B2C7667-D874-0C1E-DE49-3DF24DE38497}" dt="2026-07-20T16:36:10.601" v="25"/>
          <ac:spMkLst>
            <pc:docMk/>
            <pc:sldMk cId="3492019808" sldId="257"/>
            <ac:spMk id="49" creationId="{D22CE631-720E-44DC-F816-B3317F8E1138}"/>
          </ac:spMkLst>
        </pc:spChg>
        <pc:grpChg chg="add">
          <ac:chgData name="Chinualumogo Nwosu" userId="S::cmnwosu@ua.edu::48603c57-89ca-4ff8-9453-319e1d82f4e1" providerId="AD" clId="Web-{3B2C7667-D874-0C1E-DE49-3DF24DE38497}" dt="2026-07-20T16:36:11.929" v="27"/>
          <ac:grpSpMkLst>
            <pc:docMk/>
            <pc:sldMk cId="3492019808" sldId="257"/>
            <ac:grpSpMk id="26" creationId="{81B1F04B-C486-550D-3650-EDFC810A143C}"/>
          </ac:grpSpMkLst>
        </pc:grpChg>
        <pc:grpChg chg="add del">
          <ac:chgData name="Chinualumogo Nwosu" userId="S::cmnwosu@ua.edu::48603c57-89ca-4ff8-9453-319e1d82f4e1" providerId="AD" clId="Web-{3B2C7667-D874-0C1E-DE49-3DF24DE38497}" dt="2026-07-20T16:36:10.585" v="16"/>
          <ac:grpSpMkLst>
            <pc:docMk/>
            <pc:sldMk cId="3492019808" sldId="257"/>
            <ac:grpSpMk id="48" creationId="{9AEED660-6B42-D125-1BB1-E8872149F2B0}"/>
          </ac:grpSpMkLst>
        </pc:grpChg>
        <pc:graphicFrameChg chg="add del">
          <ac:chgData name="Chinualumogo Nwosu" userId="S::cmnwosu@ua.edu::48603c57-89ca-4ff8-9453-319e1d82f4e1" providerId="AD" clId="Web-{3B2C7667-D874-0C1E-DE49-3DF24DE38497}" dt="2026-07-20T16:36:10.601" v="21"/>
          <ac:graphicFrameMkLst>
            <pc:docMk/>
            <pc:sldMk cId="3492019808" sldId="257"/>
            <ac:graphicFrameMk id="28" creationId="{2AA78599-5C3E-3CED-543F-162F94D72AF0}"/>
          </ac:graphicFrameMkLst>
        </pc:graphicFrameChg>
        <pc:picChg chg="add">
          <ac:chgData name="Chinualumogo Nwosu" userId="S::cmnwosu@ua.edu::48603c57-89ca-4ff8-9453-319e1d82f4e1" providerId="AD" clId="Web-{3B2C7667-D874-0C1E-DE49-3DF24DE38497}" dt="2026-07-20T16:36:11.929" v="27"/>
          <ac:picMkLst>
            <pc:docMk/>
            <pc:sldMk cId="3492019808" sldId="257"/>
            <ac:picMk id="24" creationId="{81A7221E-B14A-F7E6-13BA-360F229AFE01}"/>
          </ac:picMkLst>
        </pc:picChg>
        <pc:picChg chg="add">
          <ac:chgData name="Chinualumogo Nwosu" userId="S::cmnwosu@ua.edu::48603c57-89ca-4ff8-9453-319e1d82f4e1" providerId="AD" clId="Web-{3B2C7667-D874-0C1E-DE49-3DF24DE38497}" dt="2026-07-20T16:36:11.929" v="27"/>
          <ac:picMkLst>
            <pc:docMk/>
            <pc:sldMk cId="3492019808" sldId="257"/>
            <ac:picMk id="31" creationId="{7F6953BE-0723-6166-2CDA-60D95D976FF4}"/>
          </ac:picMkLst>
        </pc:picChg>
        <pc:picChg chg="del">
          <ac:chgData name="Chinualumogo Nwosu" userId="S::cmnwosu@ua.edu::48603c57-89ca-4ff8-9453-319e1d82f4e1" providerId="AD" clId="Web-{3B2C7667-D874-0C1E-DE49-3DF24DE38497}" dt="2026-07-20T16:36:10.585" v="20"/>
          <ac:picMkLst>
            <pc:docMk/>
            <pc:sldMk cId="3492019808" sldId="257"/>
            <ac:picMk id="35" creationId="{CDFDC47D-9B4D-916D-15A3-9230EC6B6732}"/>
          </ac:picMkLst>
        </pc:picChg>
      </pc:sldChg>
    </pc:docChg>
  </pc:docChgLst>
  <pc:docChgLst>
    <pc:chgData name="Chinualumogo Nwosu" userId="S::cmnwosu@ua.edu::48603c57-89ca-4ff8-9453-319e1d82f4e1" providerId="AD" clId="Web-{58DAB9FC-3246-4AF5-64E0-A457F58AC73F}"/>
    <pc:docChg chg="modSld">
      <pc:chgData name="Chinualumogo Nwosu" userId="S::cmnwosu@ua.edu::48603c57-89ca-4ff8-9453-319e1d82f4e1" providerId="AD" clId="Web-{58DAB9FC-3246-4AF5-64E0-A457F58AC73F}" dt="2026-07-20T16:39:25.521" v="76"/>
      <pc:docMkLst>
        <pc:docMk/>
      </pc:docMkLst>
      <pc:sldChg chg="addSp delSp modSp">
        <pc:chgData name="Chinualumogo Nwosu" userId="S::cmnwosu@ua.edu::48603c57-89ca-4ff8-9453-319e1d82f4e1" providerId="AD" clId="Web-{58DAB9FC-3246-4AF5-64E0-A457F58AC73F}" dt="2026-07-20T16:39:25.521" v="76"/>
        <pc:sldMkLst>
          <pc:docMk/>
          <pc:sldMk cId="3492019808" sldId="257"/>
        </pc:sldMkLst>
        <pc:spChg chg="add del mod">
          <ac:chgData name="Chinualumogo Nwosu" userId="S::cmnwosu@ua.edu::48603c57-89ca-4ff8-9453-319e1d82f4e1" providerId="AD" clId="Web-{58DAB9FC-3246-4AF5-64E0-A457F58AC73F}" dt="2026-07-20T16:38:14.940" v="3"/>
          <ac:spMkLst>
            <pc:docMk/>
            <pc:sldMk cId="3492019808" sldId="257"/>
            <ac:spMk id="6" creationId="{97077093-81E3-27BB-5ADA-34E6BBACBA3D}"/>
          </ac:spMkLst>
        </pc:spChg>
        <pc:spChg chg="add del mod">
          <ac:chgData name="Chinualumogo Nwosu" userId="S::cmnwosu@ua.edu::48603c57-89ca-4ff8-9453-319e1d82f4e1" providerId="AD" clId="Web-{58DAB9FC-3246-4AF5-64E0-A457F58AC73F}" dt="2026-07-20T16:38:19.300" v="7" actId="1076"/>
          <ac:spMkLst>
            <pc:docMk/>
            <pc:sldMk cId="3492019808" sldId="257"/>
            <ac:spMk id="18" creationId="{97077093-81E3-27BB-5ADA-34E6BBACBA3D}"/>
          </ac:spMkLst>
        </pc:spChg>
        <pc:graphicFrameChg chg="add mod modGraphic">
          <ac:chgData name="Chinualumogo Nwosu" userId="S::cmnwosu@ua.edu::48603c57-89ca-4ff8-9453-319e1d82f4e1" providerId="AD" clId="Web-{58DAB9FC-3246-4AF5-64E0-A457F58AC73F}" dt="2026-07-20T16:39:25.521" v="76"/>
          <ac:graphicFrameMkLst>
            <pc:docMk/>
            <pc:sldMk cId="3492019808" sldId="257"/>
            <ac:graphicFrameMk id="13" creationId="{BB8F9BA0-E696-B3D9-3059-4A58E40BCFE4}"/>
          </ac:graphicFrameMkLst>
        </pc:graphicFrameChg>
      </pc:sldChg>
    </pc:docChg>
  </pc:docChgLst>
  <pc:docChgLst>
    <pc:chgData name="Chinualumogo Nwosu" userId="S::cmnwosu@ua.edu::48603c57-89ca-4ff8-9453-319e1d82f4e1" providerId="AD" clId="Web-{72364F8E-C898-3071-3CBD-7575CF1438D9}"/>
    <pc:docChg chg="delSld">
      <pc:chgData name="Chinualumogo Nwosu" userId="S::cmnwosu@ua.edu::48603c57-89ca-4ff8-9453-319e1d82f4e1" providerId="AD" clId="Web-{72364F8E-C898-3071-3CBD-7575CF1438D9}" dt="2026-07-20T16:04:50.818" v="1"/>
      <pc:docMkLst>
        <pc:docMk/>
      </pc:docMkLst>
      <pc:sldChg chg="del">
        <pc:chgData name="Chinualumogo Nwosu" userId="S::cmnwosu@ua.edu::48603c57-89ca-4ff8-9453-319e1d82f4e1" providerId="AD" clId="Web-{72364F8E-C898-3071-3CBD-7575CF1438D9}" dt="2026-07-20T16:04:46.239" v="0"/>
        <pc:sldMkLst>
          <pc:docMk/>
          <pc:sldMk cId="424491224" sldId="256"/>
        </pc:sldMkLst>
      </pc:sldChg>
      <pc:sldChg chg="del">
        <pc:chgData name="Chinualumogo Nwosu" userId="S::cmnwosu@ua.edu::48603c57-89ca-4ff8-9453-319e1d82f4e1" providerId="AD" clId="Web-{72364F8E-C898-3071-3CBD-7575CF1438D9}" dt="2026-07-20T16:04:50.818" v="1"/>
        <pc:sldMkLst>
          <pc:docMk/>
          <pc:sldMk cId="3134987594" sldId="258"/>
        </pc:sldMkLst>
      </pc:sldChg>
    </pc:docChg>
  </pc:docChgLst>
  <pc:docChgLst>
    <pc:chgData name="Sumaiya Tasneem" userId="S::stasneem@crimson.ua.edu::22a28975-6212-4ad9-bd79-8fd7f0c35e3a" providerId="AD" clId="Web-{085C91F8-9EB6-EDB5-EF57-3CF04BED63CD}"/>
    <pc:docChg chg="modSld">
      <pc:chgData name="Sumaiya Tasneem" userId="S::stasneem@crimson.ua.edu::22a28975-6212-4ad9-bd79-8fd7f0c35e3a" providerId="AD" clId="Web-{085C91F8-9EB6-EDB5-EF57-3CF04BED63CD}" dt="2026-07-20T17:26:19.775" v="0" actId="1076"/>
      <pc:docMkLst>
        <pc:docMk/>
      </pc:docMkLst>
      <pc:sldChg chg="modSp">
        <pc:chgData name="Sumaiya Tasneem" userId="S::stasneem@crimson.ua.edu::22a28975-6212-4ad9-bd79-8fd7f0c35e3a" providerId="AD" clId="Web-{085C91F8-9EB6-EDB5-EF57-3CF04BED63CD}" dt="2026-07-20T17:26:19.775" v="0" actId="1076"/>
        <pc:sldMkLst>
          <pc:docMk/>
          <pc:sldMk cId="3492019808" sldId="257"/>
        </pc:sldMkLst>
        <pc:spChg chg="mod">
          <ac:chgData name="Sumaiya Tasneem" userId="S::stasneem@crimson.ua.edu::22a28975-6212-4ad9-bd79-8fd7f0c35e3a" providerId="AD" clId="Web-{085C91F8-9EB6-EDB5-EF57-3CF04BED63CD}" dt="2026-07-20T17:26:19.775" v="0" actId="1076"/>
          <ac:spMkLst>
            <pc:docMk/>
            <pc:sldMk cId="3492019808" sldId="257"/>
            <ac:spMk id="18" creationId="{97077093-81E3-27BB-5ADA-34E6BBACBA3D}"/>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17T23:39:08.975"/>
    </inkml:context>
    <inkml:brush xml:id="br0">
      <inkml:brushProperty name="width" value="0.2" units="cm"/>
      <inkml:brushProperty name="height" value="0.2" units="cm"/>
      <inkml:brushProperty name="color" value="#E71224"/>
    </inkml:brush>
  </inkml:definitions>
  <inkml:trace contextRef="#ctx0" brushRef="#br0">7329 11134 16383 0 0,'0'0'0'0'0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840" y="5387342"/>
            <a:ext cx="37307520" cy="11460480"/>
          </a:xfrm>
        </p:spPr>
        <p:txBody>
          <a:bodyPr anchor="b"/>
          <a:lstStyle>
            <a:lvl1pPr algn="ctr">
              <a:defRPr sz="28800"/>
            </a:lvl1pPr>
          </a:lstStyle>
          <a:p>
            <a:r>
              <a:rPr lang="en-US"/>
              <a:t>Click to edit Master title style</a:t>
            </a:r>
          </a:p>
        </p:txBody>
      </p:sp>
      <p:sp>
        <p:nvSpPr>
          <p:cNvPr id="3" name="Subtitle 2"/>
          <p:cNvSpPr>
            <a:spLocks noGrp="1"/>
          </p:cNvSpPr>
          <p:nvPr>
            <p:ph type="subTitle" idx="1"/>
          </p:nvPr>
        </p:nvSpPr>
        <p:spPr>
          <a:xfrm>
            <a:off x="5486400" y="17289782"/>
            <a:ext cx="32918400" cy="7947658"/>
          </a:xfrm>
        </p:spPr>
        <p:txBody>
          <a:bodyPr/>
          <a:lstStyle>
            <a:lvl1pPr marL="0" indent="0" algn="ctr">
              <a:buNone/>
              <a:defRPr sz="11520"/>
            </a:lvl1pPr>
            <a:lvl2pPr marL="2194560" indent="0" algn="ctr">
              <a:buNone/>
              <a:defRPr sz="9600"/>
            </a:lvl2pPr>
            <a:lvl3pPr marL="4389120" indent="0" algn="ctr">
              <a:buNone/>
              <a:defRPr sz="8640"/>
            </a:lvl3pPr>
            <a:lvl4pPr marL="6583680" indent="0" algn="ctr">
              <a:buNone/>
              <a:defRPr sz="7680"/>
            </a:lvl4pPr>
            <a:lvl5pPr marL="8778240" indent="0" algn="ctr">
              <a:buNone/>
              <a:defRPr sz="7680"/>
            </a:lvl5pPr>
            <a:lvl6pPr marL="10972800" indent="0" algn="ctr">
              <a:buNone/>
              <a:defRPr sz="7680"/>
            </a:lvl6pPr>
            <a:lvl7pPr marL="13167360" indent="0" algn="ctr">
              <a:buNone/>
              <a:defRPr sz="7680"/>
            </a:lvl7pPr>
            <a:lvl8pPr marL="15361920" indent="0" algn="ctr">
              <a:buNone/>
              <a:defRPr sz="7680"/>
            </a:lvl8pPr>
            <a:lvl9pPr marL="17556480" indent="0" algn="ctr">
              <a:buNone/>
              <a:defRPr sz="7680"/>
            </a:lvl9pPr>
          </a:lstStyle>
          <a:p>
            <a:r>
              <a:rPr lang="en-US"/>
              <a:t>Click to edit Master subtitle style</a:t>
            </a:r>
          </a:p>
        </p:txBody>
      </p:sp>
      <p:sp>
        <p:nvSpPr>
          <p:cNvPr id="4" name="Date Placeholder 3"/>
          <p:cNvSpPr>
            <a:spLocks noGrp="1"/>
          </p:cNvSpPr>
          <p:nvPr>
            <p:ph type="dt" sz="half" idx="10"/>
          </p:nvPr>
        </p:nvSpPr>
        <p:spPr/>
        <p:txBody>
          <a:bodyPr/>
          <a:lstStyle/>
          <a:p>
            <a:fld id="{96E2F68E-8303-418C-8FEB-152DD5200AE8}" type="datetimeFigureOut">
              <a:rPr lang="en-US" smtClean="0"/>
              <a:t>7/22/26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50D23B-46AA-48C7-97B3-0577F40A3DFD}" type="slidenum">
              <a:rPr lang="en-US" smtClean="0"/>
              <a:t>‹#›</a:t>
            </a:fld>
            <a:endParaRPr lang="en-US"/>
          </a:p>
        </p:txBody>
      </p:sp>
    </p:spTree>
    <p:extLst>
      <p:ext uri="{BB962C8B-B14F-4D97-AF65-F5344CB8AC3E}">
        <p14:creationId xmlns:p14="http://schemas.microsoft.com/office/powerpoint/2010/main" val="5584225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6E2F68E-8303-418C-8FEB-152DD5200AE8}" type="datetimeFigureOut">
              <a:rPr lang="en-US" smtClean="0"/>
              <a:t>7/22/26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50D23B-46AA-48C7-97B3-0577F40A3DFD}" type="slidenum">
              <a:rPr lang="en-US" smtClean="0"/>
              <a:t>‹#›</a:t>
            </a:fld>
            <a:endParaRPr lang="en-US"/>
          </a:p>
        </p:txBody>
      </p:sp>
    </p:spTree>
    <p:extLst>
      <p:ext uri="{BB962C8B-B14F-4D97-AF65-F5344CB8AC3E}">
        <p14:creationId xmlns:p14="http://schemas.microsoft.com/office/powerpoint/2010/main" val="8693606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94662" y="8206749"/>
            <a:ext cx="37856160" cy="13693138"/>
          </a:xfrm>
        </p:spPr>
        <p:txBody>
          <a:bodyPr anchor="b"/>
          <a:lstStyle>
            <a:lvl1pPr>
              <a:defRPr sz="28800"/>
            </a:lvl1pPr>
          </a:lstStyle>
          <a:p>
            <a:r>
              <a:rPr lang="en-US"/>
              <a:t>Click to edit Master title style</a:t>
            </a:r>
          </a:p>
        </p:txBody>
      </p:sp>
      <p:sp>
        <p:nvSpPr>
          <p:cNvPr id="3" name="Text Placeholder 2"/>
          <p:cNvSpPr>
            <a:spLocks noGrp="1"/>
          </p:cNvSpPr>
          <p:nvPr>
            <p:ph type="body" idx="1"/>
          </p:nvPr>
        </p:nvSpPr>
        <p:spPr>
          <a:xfrm>
            <a:off x="2994662" y="22029429"/>
            <a:ext cx="37856160" cy="7200898"/>
          </a:xfrm>
        </p:spPr>
        <p:txBody>
          <a:bodyPr/>
          <a:lstStyle>
            <a:lvl1pPr marL="0" indent="0">
              <a:buNone/>
              <a:defRPr sz="11520">
                <a:solidFill>
                  <a:schemeClr val="tx1"/>
                </a:solidFill>
              </a:defRPr>
            </a:lvl1pPr>
            <a:lvl2pPr marL="2194560" indent="0">
              <a:buNone/>
              <a:defRPr sz="9600">
                <a:solidFill>
                  <a:schemeClr val="tx1">
                    <a:tint val="75000"/>
                  </a:schemeClr>
                </a:solidFill>
              </a:defRPr>
            </a:lvl2pPr>
            <a:lvl3pPr marL="4389120" indent="0">
              <a:buNone/>
              <a:defRPr sz="8640">
                <a:solidFill>
                  <a:schemeClr val="tx1">
                    <a:tint val="75000"/>
                  </a:schemeClr>
                </a:solidFill>
              </a:defRPr>
            </a:lvl3pPr>
            <a:lvl4pPr marL="6583680" indent="0">
              <a:buNone/>
              <a:defRPr sz="7680">
                <a:solidFill>
                  <a:schemeClr val="tx1">
                    <a:tint val="75000"/>
                  </a:schemeClr>
                </a:solidFill>
              </a:defRPr>
            </a:lvl4pPr>
            <a:lvl5pPr marL="8778240" indent="0">
              <a:buNone/>
              <a:defRPr sz="7680">
                <a:solidFill>
                  <a:schemeClr val="tx1">
                    <a:tint val="75000"/>
                  </a:schemeClr>
                </a:solidFill>
              </a:defRPr>
            </a:lvl5pPr>
            <a:lvl6pPr marL="10972800" indent="0">
              <a:buNone/>
              <a:defRPr sz="7680">
                <a:solidFill>
                  <a:schemeClr val="tx1">
                    <a:tint val="75000"/>
                  </a:schemeClr>
                </a:solidFill>
              </a:defRPr>
            </a:lvl6pPr>
            <a:lvl7pPr marL="13167360" indent="0">
              <a:buNone/>
              <a:defRPr sz="7680">
                <a:solidFill>
                  <a:schemeClr val="tx1">
                    <a:tint val="75000"/>
                  </a:schemeClr>
                </a:solidFill>
              </a:defRPr>
            </a:lvl7pPr>
            <a:lvl8pPr marL="15361920" indent="0">
              <a:buNone/>
              <a:defRPr sz="7680">
                <a:solidFill>
                  <a:schemeClr val="tx1">
                    <a:tint val="75000"/>
                  </a:schemeClr>
                </a:solidFill>
              </a:defRPr>
            </a:lvl8pPr>
            <a:lvl9pPr marL="17556480" indent="0">
              <a:buNone/>
              <a:defRPr sz="7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E2F68E-8303-418C-8FEB-152DD5200AE8}" type="datetimeFigureOut">
              <a:rPr lang="en-US" smtClean="0"/>
              <a:t>7/22/26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50D23B-46AA-48C7-97B3-0577F40A3DFD}" type="slidenum">
              <a:rPr lang="en-US" smtClean="0"/>
              <a:t>‹#›</a:t>
            </a:fld>
            <a:endParaRPr lang="en-US"/>
          </a:p>
        </p:txBody>
      </p:sp>
    </p:spTree>
    <p:extLst>
      <p:ext uri="{BB962C8B-B14F-4D97-AF65-F5344CB8AC3E}">
        <p14:creationId xmlns:p14="http://schemas.microsoft.com/office/powerpoint/2010/main" val="8218763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175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22199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6E2F68E-8303-418C-8FEB-152DD5200AE8}" type="datetimeFigureOut">
              <a:rPr lang="en-US" smtClean="0"/>
              <a:t>7/22/26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50D23B-46AA-48C7-97B3-0577F40A3DFD}" type="slidenum">
              <a:rPr lang="en-US" smtClean="0"/>
              <a:t>‹#›</a:t>
            </a:fld>
            <a:endParaRPr lang="en-US"/>
          </a:p>
        </p:txBody>
      </p:sp>
    </p:spTree>
    <p:extLst>
      <p:ext uri="{BB962C8B-B14F-4D97-AF65-F5344CB8AC3E}">
        <p14:creationId xmlns:p14="http://schemas.microsoft.com/office/powerpoint/2010/main" val="13325594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023237" y="1752607"/>
            <a:ext cx="37856160" cy="6362702"/>
          </a:xfrm>
        </p:spPr>
        <p:txBody>
          <a:bodyPr/>
          <a:lstStyle/>
          <a:p>
            <a:r>
              <a:rPr lang="en-US"/>
              <a:t>Click to edit Master title style</a:t>
            </a:r>
          </a:p>
        </p:txBody>
      </p:sp>
      <p:sp>
        <p:nvSpPr>
          <p:cNvPr id="3" name="Text Placeholder 2"/>
          <p:cNvSpPr>
            <a:spLocks noGrp="1"/>
          </p:cNvSpPr>
          <p:nvPr>
            <p:ph type="body" idx="1"/>
          </p:nvPr>
        </p:nvSpPr>
        <p:spPr>
          <a:xfrm>
            <a:off x="3023242" y="8069582"/>
            <a:ext cx="18568032"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4" name="Content Placeholder 3"/>
          <p:cNvSpPr>
            <a:spLocks noGrp="1"/>
          </p:cNvSpPr>
          <p:nvPr>
            <p:ph sz="half" idx="2"/>
          </p:nvPr>
        </p:nvSpPr>
        <p:spPr>
          <a:xfrm>
            <a:off x="3023242" y="12024360"/>
            <a:ext cx="18568032"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19922" y="8069582"/>
            <a:ext cx="18659477"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6" name="Content Placeholder 5"/>
          <p:cNvSpPr>
            <a:spLocks noGrp="1"/>
          </p:cNvSpPr>
          <p:nvPr>
            <p:ph sz="quarter" idx="4"/>
          </p:nvPr>
        </p:nvSpPr>
        <p:spPr>
          <a:xfrm>
            <a:off x="22219922" y="12024360"/>
            <a:ext cx="18659477"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6E2F68E-8303-418C-8FEB-152DD5200AE8}" type="datetimeFigureOut">
              <a:rPr lang="en-US" smtClean="0"/>
              <a:t>7/22/26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350D23B-46AA-48C7-97B3-0577F40A3DFD}" type="slidenum">
              <a:rPr lang="en-US" smtClean="0"/>
              <a:t>‹#›</a:t>
            </a:fld>
            <a:endParaRPr lang="en-US"/>
          </a:p>
        </p:txBody>
      </p:sp>
    </p:spTree>
    <p:extLst>
      <p:ext uri="{BB962C8B-B14F-4D97-AF65-F5344CB8AC3E}">
        <p14:creationId xmlns:p14="http://schemas.microsoft.com/office/powerpoint/2010/main" val="13213625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6E2F68E-8303-418C-8FEB-152DD5200AE8}" type="datetimeFigureOut">
              <a:rPr lang="en-US" smtClean="0"/>
              <a:t>7/22/26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350D23B-46AA-48C7-97B3-0577F40A3DFD}" type="slidenum">
              <a:rPr lang="en-US" smtClean="0"/>
              <a:t>‹#›</a:t>
            </a:fld>
            <a:endParaRPr lang="en-US"/>
          </a:p>
        </p:txBody>
      </p:sp>
    </p:spTree>
    <p:extLst>
      <p:ext uri="{BB962C8B-B14F-4D97-AF65-F5344CB8AC3E}">
        <p14:creationId xmlns:p14="http://schemas.microsoft.com/office/powerpoint/2010/main" val="3786415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E2F68E-8303-418C-8FEB-152DD5200AE8}" type="datetimeFigureOut">
              <a:rPr lang="en-US" smtClean="0"/>
              <a:t>7/22/26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350D23B-46AA-48C7-97B3-0577F40A3DFD}" type="slidenum">
              <a:rPr lang="en-US" smtClean="0"/>
              <a:t>‹#›</a:t>
            </a:fld>
            <a:endParaRPr lang="en-US"/>
          </a:p>
        </p:txBody>
      </p:sp>
    </p:spTree>
    <p:extLst>
      <p:ext uri="{BB962C8B-B14F-4D97-AF65-F5344CB8AC3E}">
        <p14:creationId xmlns:p14="http://schemas.microsoft.com/office/powerpoint/2010/main" val="3665339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p>
        </p:txBody>
      </p:sp>
      <p:sp>
        <p:nvSpPr>
          <p:cNvPr id="3" name="Content Placeholder 2"/>
          <p:cNvSpPr>
            <a:spLocks noGrp="1"/>
          </p:cNvSpPr>
          <p:nvPr>
            <p:ph idx="1"/>
          </p:nvPr>
        </p:nvSpPr>
        <p:spPr>
          <a:xfrm>
            <a:off x="18659477" y="4739647"/>
            <a:ext cx="22219920" cy="23393400"/>
          </a:xfrm>
        </p:spPr>
        <p:txBody>
          <a:bodyPr/>
          <a:lstStyle>
            <a:lvl1pPr>
              <a:defRPr sz="15360"/>
            </a:lvl1pPr>
            <a:lvl2pPr>
              <a:defRPr sz="13440"/>
            </a:lvl2pPr>
            <a:lvl3pPr>
              <a:defRPr sz="11520"/>
            </a:lvl3pPr>
            <a:lvl4pPr>
              <a:defRPr sz="9600"/>
            </a:lvl4pPr>
            <a:lvl5pPr>
              <a:defRPr sz="9600"/>
            </a:lvl5pPr>
            <a:lvl6pPr>
              <a:defRPr sz="9600"/>
            </a:lvl6pPr>
            <a:lvl7pPr>
              <a:defRPr sz="9600"/>
            </a:lvl7pPr>
            <a:lvl8pPr>
              <a:defRPr sz="9600"/>
            </a:lvl8pPr>
            <a:lvl9pPr>
              <a:defRPr sz="9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96E2F68E-8303-418C-8FEB-152DD5200AE8}" type="datetimeFigureOut">
              <a:rPr lang="en-US" smtClean="0"/>
              <a:t>7/22/26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50D23B-46AA-48C7-97B3-0577F40A3DFD}" type="slidenum">
              <a:rPr lang="en-US" smtClean="0"/>
              <a:t>‹#›</a:t>
            </a:fld>
            <a:endParaRPr lang="en-US"/>
          </a:p>
        </p:txBody>
      </p:sp>
    </p:spTree>
    <p:extLst>
      <p:ext uri="{BB962C8B-B14F-4D97-AF65-F5344CB8AC3E}">
        <p14:creationId xmlns:p14="http://schemas.microsoft.com/office/powerpoint/2010/main" val="39211001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p>
        </p:txBody>
      </p:sp>
      <p:sp>
        <p:nvSpPr>
          <p:cNvPr id="3" name="Picture Placeholder 2"/>
          <p:cNvSpPr>
            <a:spLocks noGrp="1" noChangeAspect="1"/>
          </p:cNvSpPr>
          <p:nvPr>
            <p:ph type="pic" idx="1"/>
          </p:nvPr>
        </p:nvSpPr>
        <p:spPr>
          <a:xfrm>
            <a:off x="18659477" y="4739647"/>
            <a:ext cx="22219920" cy="23393400"/>
          </a:xfrm>
        </p:spPr>
        <p:txBody>
          <a:bodyPr anchor="t"/>
          <a:lstStyle>
            <a:lvl1pPr marL="0" indent="0">
              <a:buNone/>
              <a:defRPr sz="15360"/>
            </a:lvl1pPr>
            <a:lvl2pPr marL="2194560" indent="0">
              <a:buNone/>
              <a:defRPr sz="13440"/>
            </a:lvl2pPr>
            <a:lvl3pPr marL="4389120" indent="0">
              <a:buNone/>
              <a:defRPr sz="1152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r>
              <a:rPr lang="en-US"/>
              <a:t>Click icon to add picture</a:t>
            </a:r>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96E2F68E-8303-418C-8FEB-152DD5200AE8}" type="datetimeFigureOut">
              <a:rPr lang="en-US" smtClean="0"/>
              <a:t>7/22/26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50D23B-46AA-48C7-97B3-0577F40A3DFD}" type="slidenum">
              <a:rPr lang="en-US" smtClean="0"/>
              <a:t>‹#›</a:t>
            </a:fld>
            <a:endParaRPr lang="en-US"/>
          </a:p>
        </p:txBody>
      </p:sp>
    </p:spTree>
    <p:extLst>
      <p:ext uri="{BB962C8B-B14F-4D97-AF65-F5344CB8AC3E}">
        <p14:creationId xmlns:p14="http://schemas.microsoft.com/office/powerpoint/2010/main" val="7804659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6E2F68E-8303-418C-8FEB-152DD5200AE8}" type="datetimeFigureOut">
              <a:rPr lang="en-US" smtClean="0"/>
              <a:t>7/22/26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50D23B-46AA-48C7-97B3-0577F40A3DFD}" type="slidenum">
              <a:rPr lang="en-US" smtClean="0"/>
              <a:t>‹#›</a:t>
            </a:fld>
            <a:endParaRPr lang="en-US"/>
          </a:p>
        </p:txBody>
      </p:sp>
    </p:spTree>
    <p:extLst>
      <p:ext uri="{BB962C8B-B14F-4D97-AF65-F5344CB8AC3E}">
        <p14:creationId xmlns:p14="http://schemas.microsoft.com/office/powerpoint/2010/main" val="32578993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409642" y="1752600"/>
            <a:ext cx="9464040" cy="2789682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17522" y="1752600"/>
            <a:ext cx="27843480" cy="278968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6E2F68E-8303-418C-8FEB-152DD5200AE8}" type="datetimeFigureOut">
              <a:rPr lang="en-US" smtClean="0"/>
              <a:t>7/22/26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50D23B-46AA-48C7-97B3-0577F40A3DFD}" type="slidenum">
              <a:rPr lang="en-US" smtClean="0"/>
              <a:t>‹#›</a:t>
            </a:fld>
            <a:endParaRPr lang="en-US"/>
          </a:p>
        </p:txBody>
      </p:sp>
    </p:spTree>
    <p:extLst>
      <p:ext uri="{BB962C8B-B14F-4D97-AF65-F5344CB8AC3E}">
        <p14:creationId xmlns:p14="http://schemas.microsoft.com/office/powerpoint/2010/main" val="36271016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17520" y="1752607"/>
            <a:ext cx="37856160" cy="636270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17520" y="8763000"/>
            <a:ext cx="37856160" cy="208864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17520" y="30510487"/>
            <a:ext cx="9875520" cy="1752600"/>
          </a:xfrm>
          <a:prstGeom prst="rect">
            <a:avLst/>
          </a:prstGeom>
        </p:spPr>
        <p:txBody>
          <a:bodyPr vert="horz" lIns="91440" tIns="45720" rIns="91440" bIns="45720" rtlCol="0" anchor="ctr"/>
          <a:lstStyle>
            <a:lvl1pPr algn="l">
              <a:defRPr sz="5760">
                <a:solidFill>
                  <a:schemeClr val="tx1">
                    <a:tint val="75000"/>
                  </a:schemeClr>
                </a:solidFill>
              </a:defRPr>
            </a:lvl1pPr>
          </a:lstStyle>
          <a:p>
            <a:fld id="{96E2F68E-8303-418C-8FEB-152DD5200AE8}" type="datetimeFigureOut">
              <a:rPr lang="en-US" smtClean="0"/>
              <a:t>7/22/26</a:t>
            </a:fld>
            <a:endParaRPr lang="en-US"/>
          </a:p>
        </p:txBody>
      </p:sp>
      <p:sp>
        <p:nvSpPr>
          <p:cNvPr id="5" name="Footer Placeholder 4"/>
          <p:cNvSpPr>
            <a:spLocks noGrp="1"/>
          </p:cNvSpPr>
          <p:nvPr>
            <p:ph type="ftr" sz="quarter" idx="3"/>
          </p:nvPr>
        </p:nvSpPr>
        <p:spPr>
          <a:xfrm>
            <a:off x="14538960" y="30510487"/>
            <a:ext cx="14813280" cy="1752600"/>
          </a:xfrm>
          <a:prstGeom prst="rect">
            <a:avLst/>
          </a:prstGeom>
        </p:spPr>
        <p:txBody>
          <a:bodyPr vert="horz" lIns="91440" tIns="45720" rIns="91440" bIns="45720" rtlCol="0" anchor="ctr"/>
          <a:lstStyle>
            <a:lvl1pPr algn="ctr">
              <a:defRPr sz="576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30998160" y="30510487"/>
            <a:ext cx="9875520" cy="1752600"/>
          </a:xfrm>
          <a:prstGeom prst="rect">
            <a:avLst/>
          </a:prstGeom>
        </p:spPr>
        <p:txBody>
          <a:bodyPr vert="horz" lIns="91440" tIns="45720" rIns="91440" bIns="45720" rtlCol="0" anchor="ctr"/>
          <a:lstStyle>
            <a:lvl1pPr algn="r">
              <a:defRPr sz="5760">
                <a:solidFill>
                  <a:schemeClr val="tx1">
                    <a:tint val="75000"/>
                  </a:schemeClr>
                </a:solidFill>
              </a:defRPr>
            </a:lvl1pPr>
          </a:lstStyle>
          <a:p>
            <a:fld id="{7350D23B-46AA-48C7-97B3-0577F40A3DFD}" type="slidenum">
              <a:rPr lang="en-US" smtClean="0"/>
              <a:t>‹#›</a:t>
            </a:fld>
            <a:endParaRPr lang="en-US"/>
          </a:p>
        </p:txBody>
      </p:sp>
    </p:spTree>
    <p:extLst>
      <p:ext uri="{BB962C8B-B14F-4D97-AF65-F5344CB8AC3E}">
        <p14:creationId xmlns:p14="http://schemas.microsoft.com/office/powerpoint/2010/main" val="231612204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4389120" rtl="0" eaLnBrk="1" latinLnBrk="0" hangingPunct="1">
        <a:lnSpc>
          <a:spcPct val="90000"/>
        </a:lnSpc>
        <a:spcBef>
          <a:spcPct val="0"/>
        </a:spcBef>
        <a:buNone/>
        <a:defRPr sz="21120" kern="1200">
          <a:solidFill>
            <a:schemeClr val="tx1"/>
          </a:solidFill>
          <a:latin typeface="+mj-lt"/>
          <a:ea typeface="+mj-ea"/>
          <a:cs typeface="+mj-cs"/>
        </a:defRPr>
      </a:lvl1pPr>
    </p:titleStyle>
    <p:bodyStyle>
      <a:lvl1pPr marL="1097280" indent="-1097280" algn="l" defTabSz="4389120" rtl="0" eaLnBrk="1" latinLnBrk="0" hangingPunct="1">
        <a:lnSpc>
          <a:spcPct val="90000"/>
        </a:lnSpc>
        <a:spcBef>
          <a:spcPts val="4800"/>
        </a:spcBef>
        <a:buFont typeface="Arial" panose="020B0604020202020204" pitchFamily="34" charset="0"/>
        <a:buChar char="•"/>
        <a:defRPr sz="13440" kern="1200">
          <a:solidFill>
            <a:schemeClr val="tx1"/>
          </a:solidFill>
          <a:latin typeface="+mn-lt"/>
          <a:ea typeface="+mn-ea"/>
          <a:cs typeface="+mn-cs"/>
        </a:defRPr>
      </a:lvl1pPr>
      <a:lvl2pPr marL="3291840" indent="-1097280" algn="l" defTabSz="4389120" rtl="0" eaLnBrk="1" latinLnBrk="0" hangingPunct="1">
        <a:lnSpc>
          <a:spcPct val="90000"/>
        </a:lnSpc>
        <a:spcBef>
          <a:spcPts val="2400"/>
        </a:spcBef>
        <a:buFont typeface="Arial" panose="020B0604020202020204" pitchFamily="34" charset="0"/>
        <a:buChar char="•"/>
        <a:defRPr sz="11520" kern="1200">
          <a:solidFill>
            <a:schemeClr val="tx1"/>
          </a:solidFill>
          <a:latin typeface="+mn-lt"/>
          <a:ea typeface="+mn-ea"/>
          <a:cs typeface="+mn-cs"/>
        </a:defRPr>
      </a:lvl2pPr>
      <a:lvl3pPr marL="5486400" indent="-1097280" algn="l" defTabSz="4389120" rtl="0" eaLnBrk="1" latinLnBrk="0" hangingPunct="1">
        <a:lnSpc>
          <a:spcPct val="90000"/>
        </a:lnSpc>
        <a:spcBef>
          <a:spcPts val="2400"/>
        </a:spcBef>
        <a:buFont typeface="Arial" panose="020B0604020202020204" pitchFamily="34" charset="0"/>
        <a:buChar char="•"/>
        <a:defRPr sz="9600" kern="1200">
          <a:solidFill>
            <a:schemeClr val="tx1"/>
          </a:solidFill>
          <a:latin typeface="+mn-lt"/>
          <a:ea typeface="+mn-ea"/>
          <a:cs typeface="+mn-cs"/>
        </a:defRPr>
      </a:lvl3pPr>
      <a:lvl4pPr marL="76809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4pPr>
      <a:lvl5pPr marL="987552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5pPr>
      <a:lvl6pPr marL="1207008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6pPr>
      <a:lvl7pPr marL="1426464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7pPr>
      <a:lvl8pPr marL="1645920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8pPr>
      <a:lvl9pPr marL="186537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9pPr>
    </p:bodyStyle>
    <p:other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customXml" Target="../ink/ink1.xml"/><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0FE521-388D-3AEA-06EB-8D677E00E975}"/>
            </a:ext>
          </a:extLst>
        </p:cNvPr>
        <p:cNvGrpSpPr/>
        <p:nvPr/>
      </p:nvGrpSpPr>
      <p:grpSpPr>
        <a:xfrm>
          <a:off x="0" y="0"/>
          <a:ext cx="0" cy="0"/>
          <a:chOff x="0" y="0"/>
          <a:chExt cx="0" cy="0"/>
        </a:xfrm>
      </p:grpSpPr>
      <p:sp>
        <p:nvSpPr>
          <p:cNvPr id="33" name="Title 1">
            <a:extLst>
              <a:ext uri="{FF2B5EF4-FFF2-40B4-BE49-F238E27FC236}">
                <a16:creationId xmlns:a16="http://schemas.microsoft.com/office/drawing/2014/main" id="{90884D0B-63D4-2621-356F-2BC76749F6B3}"/>
              </a:ext>
            </a:extLst>
          </p:cNvPr>
          <p:cNvSpPr txBox="1">
            <a:spLocks/>
          </p:cNvSpPr>
          <p:nvPr/>
        </p:nvSpPr>
        <p:spPr>
          <a:xfrm>
            <a:off x="5526157" y="-10548"/>
            <a:ext cx="29206864" cy="4997248"/>
          </a:xfrm>
          <a:prstGeom prst="rect">
            <a:avLst/>
          </a:prstGeom>
          <a:solidFill>
            <a:srgbClr val="9C2334"/>
          </a:solidFill>
        </p:spPr>
        <p:txBody>
          <a:bodyPr vert="horz" wrap="square" lIns="335745" tIns="365761" rIns="335745" bIns="167874" numCol="1" rtlCol="0" anchor="ctr" anchorCtr="0" compatLnSpc="1">
            <a:prstTxWarp prst="textNoShape">
              <a:avLst/>
            </a:prstTxWarp>
            <a:normAutofit/>
          </a:bodyPr>
          <a:lstStyle>
            <a:lvl1pPr algn="ctr" defTabSz="4389120" rtl="0" eaLnBrk="1" latinLnBrk="0" hangingPunct="1">
              <a:lnSpc>
                <a:spcPct val="90000"/>
              </a:lnSpc>
              <a:spcBef>
                <a:spcPct val="0"/>
              </a:spcBef>
              <a:buNone/>
              <a:defRPr sz="28800" kern="1200">
                <a:solidFill>
                  <a:schemeClr val="tx1"/>
                </a:solidFill>
                <a:latin typeface="+mj-lt"/>
                <a:ea typeface="+mj-ea"/>
                <a:cs typeface="+mj-cs"/>
              </a:defRPr>
            </a:lvl1pPr>
          </a:lstStyle>
          <a:p>
            <a:pPr>
              <a:spcBef>
                <a:spcPts val="700"/>
              </a:spcBef>
            </a:pPr>
            <a:endParaRPr lang="en-US" altLang="en-US" sz="4800" b="1">
              <a:solidFill>
                <a:schemeClr val="bg1"/>
              </a:solidFill>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E3E26568-926E-D7EF-A833-AE6BEF419999}"/>
              </a:ext>
            </a:extLst>
          </p:cNvPr>
          <p:cNvSpPr/>
          <p:nvPr/>
        </p:nvSpPr>
        <p:spPr>
          <a:xfrm>
            <a:off x="0" y="30633290"/>
            <a:ext cx="43891200" cy="2331720"/>
          </a:xfrm>
          <a:prstGeom prst="rect">
            <a:avLst/>
          </a:prstGeom>
          <a:solidFill>
            <a:srgbClr val="9C23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itle 1">
            <a:extLst>
              <a:ext uri="{FF2B5EF4-FFF2-40B4-BE49-F238E27FC236}">
                <a16:creationId xmlns:a16="http://schemas.microsoft.com/office/drawing/2014/main" id="{58B4D043-F0A9-A105-AA74-679DB87EB964}"/>
              </a:ext>
            </a:extLst>
          </p:cNvPr>
          <p:cNvSpPr txBox="1">
            <a:spLocks/>
          </p:cNvSpPr>
          <p:nvPr/>
        </p:nvSpPr>
        <p:spPr>
          <a:xfrm>
            <a:off x="5526158" y="0"/>
            <a:ext cx="29206864" cy="4986700"/>
          </a:xfrm>
          <a:prstGeom prst="rect">
            <a:avLst/>
          </a:prstGeom>
          <a:solidFill>
            <a:srgbClr val="9C2334"/>
          </a:solidFill>
        </p:spPr>
        <p:txBody>
          <a:bodyPr vert="horz" wrap="square" lIns="335745" tIns="365761" rIns="335745" bIns="167874" numCol="1" rtlCol="0" anchor="ctr" anchorCtr="0" compatLnSpc="1">
            <a:prstTxWarp prst="textNoShape">
              <a:avLst/>
            </a:prstTxWarp>
            <a:normAutofit lnSpcReduction="10000"/>
          </a:bodyPr>
          <a:lstStyle>
            <a:lvl1pPr algn="ctr" defTabSz="4389120" rtl="0" eaLnBrk="1" latinLnBrk="0" hangingPunct="1">
              <a:lnSpc>
                <a:spcPct val="90000"/>
              </a:lnSpc>
              <a:spcBef>
                <a:spcPct val="0"/>
              </a:spcBef>
              <a:buNone/>
              <a:defRPr sz="28800" kern="1200">
                <a:solidFill>
                  <a:schemeClr val="tx1"/>
                </a:solidFill>
                <a:latin typeface="+mj-lt"/>
                <a:ea typeface="+mj-ea"/>
                <a:cs typeface="+mj-cs"/>
              </a:defRPr>
            </a:lvl1pPr>
          </a:lstStyle>
          <a:p>
            <a:pPr>
              <a:spcBef>
                <a:spcPts val="700"/>
              </a:spcBef>
            </a:pPr>
            <a:r>
              <a:rPr lang="en-US" sz="8600" b="1">
                <a:solidFill>
                  <a:schemeClr val="bg1"/>
                </a:solidFill>
                <a:latin typeface="Calibri"/>
                <a:ea typeface="Calibri"/>
                <a:cs typeface="Calibri"/>
              </a:rPr>
              <a:t>Adversarial Patch Attacks and Defenses for Traffic-Light Classification</a:t>
            </a:r>
            <a:endParaRPr lang="en-US">
              <a:solidFill>
                <a:schemeClr val="bg1"/>
              </a:solidFill>
            </a:endParaRPr>
          </a:p>
          <a:p>
            <a:pPr>
              <a:lnSpc>
                <a:spcPct val="170000"/>
              </a:lnSpc>
              <a:spcBef>
                <a:spcPts val="700"/>
              </a:spcBef>
            </a:pPr>
            <a:r>
              <a:rPr lang="en-US" sz="5200">
                <a:solidFill>
                  <a:schemeClr val="bg1"/>
                </a:solidFill>
                <a:latin typeface="+mn-lt"/>
              </a:rPr>
              <a:t>Chinualumogu Nwosu</a:t>
            </a:r>
          </a:p>
          <a:p>
            <a:pPr>
              <a:spcBef>
                <a:spcPts val="700"/>
              </a:spcBef>
            </a:pPr>
            <a:r>
              <a:rPr lang="en-US" sz="5200">
                <a:solidFill>
                  <a:schemeClr val="bg1"/>
                </a:solidFill>
                <a:latin typeface="+mn-lt"/>
              </a:rPr>
              <a:t>Mentors: Sumaiya Tasneem, Dr. Ahmad Alsharif</a:t>
            </a:r>
          </a:p>
        </p:txBody>
      </p:sp>
      <p:pic>
        <p:nvPicPr>
          <p:cNvPr id="37" name="Picture 36" descr="A picture containing text, transport, wheel&#10;&#10;Description automatically generated">
            <a:extLst>
              <a:ext uri="{FF2B5EF4-FFF2-40B4-BE49-F238E27FC236}">
                <a16:creationId xmlns:a16="http://schemas.microsoft.com/office/drawing/2014/main" id="{7BBABBB2-D4A8-75C9-FC3A-F5848558DA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2948" y="308491"/>
            <a:ext cx="4268445" cy="4290754"/>
          </a:xfrm>
          <a:prstGeom prst="rect">
            <a:avLst/>
          </a:prstGeom>
        </p:spPr>
      </p:pic>
      <p:sp>
        <p:nvSpPr>
          <p:cNvPr id="40" name="TextBox 39">
            <a:extLst>
              <a:ext uri="{FF2B5EF4-FFF2-40B4-BE49-F238E27FC236}">
                <a16:creationId xmlns:a16="http://schemas.microsoft.com/office/drawing/2014/main" id="{45A05B08-B700-810D-2EFD-F7E2E4FF955A}"/>
              </a:ext>
            </a:extLst>
          </p:cNvPr>
          <p:cNvSpPr txBox="1"/>
          <p:nvPr/>
        </p:nvSpPr>
        <p:spPr>
          <a:xfrm>
            <a:off x="14796527" y="5295190"/>
            <a:ext cx="14173200" cy="819894"/>
          </a:xfrm>
          <a:prstGeom prst="rect">
            <a:avLst/>
          </a:prstGeom>
          <a:solidFill>
            <a:srgbClr val="9C2334"/>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lIns="53331" tIns="26665" rIns="53331" bIns="26665"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4978" b="1" i="0" u="none" strike="noStrike" kern="1200" cap="none" spc="0" normalizeH="0" baseline="0" noProof="0">
                <a:ln>
                  <a:noFill/>
                </a:ln>
                <a:solidFill>
                  <a:srgbClr val="FFFFFF"/>
                </a:solidFill>
                <a:effectLst/>
                <a:uLnTx/>
                <a:uFillTx/>
                <a:latin typeface="Times New Roman" panose="02020603050405020304" pitchFamily="18" charset="0"/>
                <a:cs typeface="Times New Roman" panose="02020603050405020304" pitchFamily="18" charset="0"/>
              </a:rPr>
              <a:t>SYSTEM DESIGN</a:t>
            </a:r>
          </a:p>
        </p:txBody>
      </p:sp>
      <p:sp>
        <p:nvSpPr>
          <p:cNvPr id="74" name="Rectangle 73">
            <a:extLst>
              <a:ext uri="{FF2B5EF4-FFF2-40B4-BE49-F238E27FC236}">
                <a16:creationId xmlns:a16="http://schemas.microsoft.com/office/drawing/2014/main" id="{6B151DAF-8FA9-73AD-7730-BE3BA349D234}"/>
              </a:ext>
            </a:extLst>
          </p:cNvPr>
          <p:cNvSpPr/>
          <p:nvPr/>
        </p:nvSpPr>
        <p:spPr>
          <a:xfrm>
            <a:off x="14866196" y="6115084"/>
            <a:ext cx="14158810" cy="24182128"/>
          </a:xfrm>
          <a:prstGeom prst="rect">
            <a:avLst/>
          </a:prstGeom>
          <a:noFill/>
          <a:ln>
            <a:solidFill>
              <a:srgbClr val="9C233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TextBox 88">
            <a:extLst>
              <a:ext uri="{FF2B5EF4-FFF2-40B4-BE49-F238E27FC236}">
                <a16:creationId xmlns:a16="http://schemas.microsoft.com/office/drawing/2014/main" id="{9FC46D3B-8394-9B0D-A392-8A20D69FEAB9}"/>
              </a:ext>
            </a:extLst>
          </p:cNvPr>
          <p:cNvSpPr txBox="1"/>
          <p:nvPr/>
        </p:nvSpPr>
        <p:spPr>
          <a:xfrm>
            <a:off x="29383493" y="24724419"/>
            <a:ext cx="14173200" cy="819894"/>
          </a:xfrm>
          <a:prstGeom prst="rect">
            <a:avLst/>
          </a:prstGeom>
          <a:solidFill>
            <a:srgbClr val="9C2334"/>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lIns="53331" tIns="26665" rIns="53331" bIns="26665"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4978" b="1" i="0" u="none" strike="noStrike" kern="1200" cap="none" spc="0" normalizeH="0" baseline="0" noProof="0">
                <a:ln>
                  <a:noFill/>
                </a:ln>
                <a:solidFill>
                  <a:srgbClr val="FFFFFF"/>
                </a:solidFill>
                <a:effectLst/>
                <a:uLnTx/>
                <a:uFillTx/>
                <a:latin typeface="Times New Roman" panose="02020603050405020304" pitchFamily="18" charset="0"/>
                <a:cs typeface="Times New Roman" panose="02020603050405020304" pitchFamily="18" charset="0"/>
              </a:rPr>
              <a:t>CONCLUSIONS</a:t>
            </a:r>
          </a:p>
        </p:txBody>
      </p:sp>
      <p:sp>
        <p:nvSpPr>
          <p:cNvPr id="90" name="TextBox 89">
            <a:extLst>
              <a:ext uri="{FF2B5EF4-FFF2-40B4-BE49-F238E27FC236}">
                <a16:creationId xmlns:a16="http://schemas.microsoft.com/office/drawing/2014/main" id="{ED072E40-0BD2-C578-E8A3-357E145148C3}"/>
              </a:ext>
            </a:extLst>
          </p:cNvPr>
          <p:cNvSpPr txBox="1"/>
          <p:nvPr/>
        </p:nvSpPr>
        <p:spPr>
          <a:xfrm>
            <a:off x="29357088" y="24996758"/>
            <a:ext cx="14158810" cy="5316264"/>
          </a:xfrm>
          <a:prstGeom prst="rect">
            <a:avLst/>
          </a:prstGeom>
          <a:noFill/>
          <a:ln>
            <a:solidFill>
              <a:srgbClr val="9C2334"/>
            </a:solidFill>
          </a:ln>
        </p:spPr>
        <p:txBody>
          <a:bodyPr wrap="square" rtlCol="0">
            <a:noAutofit/>
          </a:bodyPr>
          <a:lstStyle/>
          <a:p>
            <a:pPr marL="571500" indent="-571500" algn="just">
              <a:buFont typeface="Wingdings" panose="05000000000000000000" pitchFamily="2" charset="2"/>
              <a:buChar char="Ø"/>
            </a:pPr>
            <a:endParaRPr lang="en-US" sz="4000">
              <a:latin typeface="Calibri" pitchFamily="34" charset="0"/>
            </a:endParaRPr>
          </a:p>
        </p:txBody>
      </p:sp>
      <p:pic>
        <p:nvPicPr>
          <p:cNvPr id="4" name="Picture 2" descr="Image result for All logo university of alabama computer science">
            <a:extLst>
              <a:ext uri="{FF2B5EF4-FFF2-40B4-BE49-F238E27FC236}">
                <a16:creationId xmlns:a16="http://schemas.microsoft.com/office/drawing/2014/main" id="{7AD32F49-D7D4-AF7A-A6F8-5EEED7994C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83466" y="30876643"/>
            <a:ext cx="6405361" cy="174191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E27D3CA5-FFF9-9136-8D74-D0E50746CF51}"/>
              </a:ext>
            </a:extLst>
          </p:cNvPr>
          <p:cNvPicPr>
            <a:picLocks noChangeAspect="1"/>
          </p:cNvPicPr>
          <p:nvPr/>
        </p:nvPicPr>
        <p:blipFill>
          <a:blip r:embed="rId4"/>
          <a:stretch>
            <a:fillRect/>
          </a:stretch>
        </p:blipFill>
        <p:spPr>
          <a:xfrm>
            <a:off x="13132213" y="30844104"/>
            <a:ext cx="11612793" cy="1741919"/>
          </a:xfrm>
          <a:prstGeom prst="rect">
            <a:avLst/>
          </a:prstGeom>
        </p:spPr>
      </p:pic>
      <p:pic>
        <p:nvPicPr>
          <p:cNvPr id="1026" name="Picture 2" descr="Resources – Brand Guidelines | The University of Alabama">
            <a:extLst>
              <a:ext uri="{FF2B5EF4-FFF2-40B4-BE49-F238E27FC236}">
                <a16:creationId xmlns:a16="http://schemas.microsoft.com/office/drawing/2014/main" id="{BEB26127-151F-4328-27AD-7AC4196F226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870716" y="1474353"/>
            <a:ext cx="8685977" cy="233172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9A7A39C5-0E20-BF68-81C9-D35377F26BC1}"/>
              </a:ext>
            </a:extLst>
          </p:cNvPr>
          <p:cNvSpPr txBox="1"/>
          <p:nvPr/>
        </p:nvSpPr>
        <p:spPr>
          <a:xfrm>
            <a:off x="27302305" y="31444047"/>
            <a:ext cx="16213593" cy="1200329"/>
          </a:xfrm>
          <a:prstGeom prst="rect">
            <a:avLst/>
          </a:prstGeom>
          <a:noFill/>
        </p:spPr>
        <p:txBody>
          <a:bodyPr wrap="square">
            <a:spAutoFit/>
          </a:bodyPr>
          <a:lstStyle/>
          <a:p>
            <a:r>
              <a:rPr lang="en-US" sz="2400" b="0" i="0">
                <a:solidFill>
                  <a:schemeClr val="bg1"/>
                </a:solidFill>
                <a:effectLst/>
                <a:latin typeface="Calibri" panose="020F0502020204030204" pitchFamily="34" charset="0"/>
              </a:rPr>
              <a:t>This material is based on a study supported by the National Science Foundation under Grant No. 2244371. Any opinions, findings, and conclusions or recommendations expressed in this material are those of the author(s) and do not necessarily reflect the views of the National Science Foundation, and the U.S. Government assumes no liability for the contents or use thereof.</a:t>
            </a:r>
            <a:endParaRPr lang="en-US" sz="2400">
              <a:solidFill>
                <a:schemeClr val="bg1"/>
              </a:solidFill>
            </a:endParaRPr>
          </a:p>
        </p:txBody>
      </p:sp>
      <p:sp>
        <p:nvSpPr>
          <p:cNvPr id="3" name="Rectangle 2">
            <a:extLst>
              <a:ext uri="{FF2B5EF4-FFF2-40B4-BE49-F238E27FC236}">
                <a16:creationId xmlns:a16="http://schemas.microsoft.com/office/drawing/2014/main" id="{9E449BBA-ED31-B248-E62D-3CD7A81B15E3}"/>
              </a:ext>
            </a:extLst>
          </p:cNvPr>
          <p:cNvSpPr/>
          <p:nvPr/>
        </p:nvSpPr>
        <p:spPr>
          <a:xfrm>
            <a:off x="29406617" y="5832282"/>
            <a:ext cx="14158810" cy="18516310"/>
          </a:xfrm>
          <a:prstGeom prst="rect">
            <a:avLst/>
          </a:prstGeom>
          <a:noFill/>
          <a:ln>
            <a:solidFill>
              <a:srgbClr val="9C233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42B56C87-F274-019B-CE06-7772EC124552}"/>
              </a:ext>
            </a:extLst>
          </p:cNvPr>
          <p:cNvSpPr txBox="1"/>
          <p:nvPr/>
        </p:nvSpPr>
        <p:spPr>
          <a:xfrm>
            <a:off x="27281907" y="30676199"/>
            <a:ext cx="16254388" cy="718466"/>
          </a:xfrm>
          <a:prstGeom prst="rect">
            <a:avLst/>
          </a:prstGeom>
          <a:noFill/>
        </p:spPr>
        <p:txBody>
          <a:bodyPr wrap="square">
            <a:spAutoFit/>
          </a:bodyPr>
          <a:lstStyle/>
          <a:p>
            <a:pPr marL="0" marR="0">
              <a:lnSpc>
                <a:spcPct val="107000"/>
              </a:lnSpc>
              <a:spcBef>
                <a:spcPts val="0"/>
              </a:spcBef>
              <a:spcAft>
                <a:spcPts val="0"/>
              </a:spcAft>
            </a:pPr>
            <a:r>
              <a:rPr lang="en-US" sz="4000" b="1">
                <a:solidFill>
                  <a:schemeClr val="bg1"/>
                </a:solidFill>
                <a:effectLst/>
                <a:latin typeface="Times New Roman" panose="02020603050405020304" pitchFamily="18" charset="0"/>
                <a:ea typeface="Calibri" panose="020F0502020204030204" pitchFamily="34" charset="0"/>
                <a:cs typeface="Arial" panose="020B0604020202020204" pitchFamily="34" charset="0"/>
              </a:rPr>
              <a:t>ACKNOWLEDGMENTS</a:t>
            </a:r>
            <a:endParaRPr lang="en-US" sz="4000">
              <a:solidFill>
                <a:schemeClr val="bg1"/>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5FDBFE25-839B-69CB-2A27-77A78FA95F5A}"/>
              </a:ext>
            </a:extLst>
          </p:cNvPr>
          <p:cNvSpPr txBox="1"/>
          <p:nvPr/>
        </p:nvSpPr>
        <p:spPr>
          <a:xfrm>
            <a:off x="33066046" y="9120431"/>
            <a:ext cx="5486400" cy="707886"/>
          </a:xfrm>
          <a:prstGeom prst="rect">
            <a:avLst/>
          </a:prstGeom>
          <a:noFill/>
        </p:spPr>
        <p:txBody>
          <a:bodyPr wrap="square" rtlCol="0">
            <a:spAutoFit/>
          </a:bodyPr>
          <a:lstStyle/>
          <a:p>
            <a:endParaRPr lang="en-US" sz="4000"/>
          </a:p>
        </p:txBody>
      </p:sp>
      <p:sp>
        <p:nvSpPr>
          <p:cNvPr id="16" name="TextBox 15">
            <a:extLst>
              <a:ext uri="{FF2B5EF4-FFF2-40B4-BE49-F238E27FC236}">
                <a16:creationId xmlns:a16="http://schemas.microsoft.com/office/drawing/2014/main" id="{E8232445-9D1B-8685-3A0A-3FC7B2B94D72}"/>
              </a:ext>
            </a:extLst>
          </p:cNvPr>
          <p:cNvSpPr txBox="1"/>
          <p:nvPr/>
        </p:nvSpPr>
        <p:spPr>
          <a:xfrm>
            <a:off x="29403567" y="25794719"/>
            <a:ext cx="14077872" cy="3970318"/>
          </a:xfrm>
          <a:prstGeom prst="rect">
            <a:avLst/>
          </a:prstGeom>
          <a:noFill/>
        </p:spPr>
        <p:txBody>
          <a:bodyPr wrap="square" lIns="91440" tIns="45720" rIns="91440" bIns="45720" rtlCol="0" anchor="t">
            <a:spAutoFit/>
          </a:bodyPr>
          <a:lstStyle/>
          <a:p>
            <a:pPr>
              <a:buFont typeface="Arial"/>
              <a:buChar char="•"/>
            </a:pPr>
            <a:r>
              <a:rPr lang="en-US" sz="3600">
                <a:ea typeface="+mn-lt"/>
                <a:cs typeface="+mn-lt"/>
              </a:rPr>
              <a:t> EOT adversarial patches consistently induced targeted red-to-green traffic-light misclassification.</a:t>
            </a:r>
            <a:endParaRPr lang="en-US">
              <a:ea typeface="+mn-lt"/>
              <a:cs typeface="+mn-lt"/>
            </a:endParaRPr>
          </a:p>
          <a:p>
            <a:pPr>
              <a:buFont typeface="Arial"/>
              <a:buChar char="•"/>
            </a:pPr>
            <a:r>
              <a:rPr lang="en-US" sz="3600">
                <a:ea typeface="+mn-lt"/>
                <a:cs typeface="+mn-lt"/>
              </a:rPr>
              <a:t> Adversarial training improved robustness while preserving clean accuracy. </a:t>
            </a:r>
            <a:endParaRPr lang="en-US">
              <a:ea typeface="+mn-lt"/>
              <a:cs typeface="+mn-lt"/>
            </a:endParaRPr>
          </a:p>
          <a:p>
            <a:pPr>
              <a:buFont typeface="Arial"/>
              <a:buChar char="•"/>
            </a:pPr>
            <a:r>
              <a:rPr lang="en-US" sz="3600">
                <a:ea typeface="+mn-lt"/>
                <a:cs typeface="+mn-lt"/>
              </a:rPr>
              <a:t> Consistent trends across BSTLD and LISA indicate the approach generalizes across datasets. </a:t>
            </a:r>
            <a:endParaRPr lang="en-US">
              <a:ea typeface="+mn-lt"/>
              <a:cs typeface="+mn-lt"/>
            </a:endParaRPr>
          </a:p>
          <a:p>
            <a:pPr>
              <a:buFont typeface="Arial"/>
              <a:buChar char="•"/>
            </a:pPr>
            <a:r>
              <a:rPr lang="en-US" sz="3600">
                <a:ea typeface="+mn-lt"/>
                <a:cs typeface="+mn-lt"/>
              </a:rPr>
              <a:t> Future work includes adaptive attacks and real-world validation.</a:t>
            </a:r>
            <a:endParaRPr lang="en-US">
              <a:ea typeface="+mn-lt"/>
              <a:cs typeface="+mn-lt"/>
            </a:endParaRPr>
          </a:p>
        </p:txBody>
      </p:sp>
      <p:sp>
        <p:nvSpPr>
          <p:cNvPr id="2" name="TextBox 1">
            <a:extLst>
              <a:ext uri="{FF2B5EF4-FFF2-40B4-BE49-F238E27FC236}">
                <a16:creationId xmlns:a16="http://schemas.microsoft.com/office/drawing/2014/main" id="{48C5F37C-8C32-7C6D-2AF6-0A93E2DD4007}"/>
              </a:ext>
            </a:extLst>
          </p:cNvPr>
          <p:cNvSpPr txBox="1"/>
          <p:nvPr/>
        </p:nvSpPr>
        <p:spPr>
          <a:xfrm>
            <a:off x="29322559" y="5274179"/>
            <a:ext cx="14173200" cy="819894"/>
          </a:xfrm>
          <a:prstGeom prst="rect">
            <a:avLst/>
          </a:prstGeom>
          <a:solidFill>
            <a:srgbClr val="9C2334"/>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lIns="53331" tIns="26665" rIns="53331" bIns="26665"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4978" b="1" i="0" u="none" strike="noStrike" kern="1200" cap="none" spc="0" normalizeH="0" baseline="0" noProof="0">
                <a:ln>
                  <a:noFill/>
                </a:ln>
                <a:solidFill>
                  <a:srgbClr val="FFFFFF"/>
                </a:solidFill>
                <a:effectLst/>
                <a:uLnTx/>
                <a:uFillTx/>
                <a:latin typeface="Times New Roman" panose="02020603050405020304" pitchFamily="18" charset="0"/>
                <a:cs typeface="Times New Roman" panose="02020603050405020304" pitchFamily="18" charset="0"/>
              </a:rPr>
              <a:t>RESULTS</a:t>
            </a:r>
          </a:p>
        </p:txBody>
      </p:sp>
      <p:sp>
        <p:nvSpPr>
          <p:cNvPr id="43" name="TextBox 42">
            <a:extLst>
              <a:ext uri="{FF2B5EF4-FFF2-40B4-BE49-F238E27FC236}">
                <a16:creationId xmlns:a16="http://schemas.microsoft.com/office/drawing/2014/main" id="{FA1364AC-C06E-0CAA-C94F-27DC1DEC14EF}"/>
              </a:ext>
            </a:extLst>
          </p:cNvPr>
          <p:cNvSpPr txBox="1"/>
          <p:nvPr/>
        </p:nvSpPr>
        <p:spPr>
          <a:xfrm>
            <a:off x="15108121" y="28990629"/>
            <a:ext cx="14173199" cy="646331"/>
          </a:xfrm>
          <a:prstGeom prst="rect">
            <a:avLst/>
          </a:prstGeom>
          <a:noFill/>
        </p:spPr>
        <p:txBody>
          <a:bodyPr wrap="square" lIns="91440" tIns="45720" rIns="91440" bIns="45720" rtlCol="0" anchor="t">
            <a:spAutoFit/>
          </a:bodyPr>
          <a:lstStyle/>
          <a:p>
            <a:r>
              <a:rPr lang="en-US" sz="3600" b="1"/>
              <a:t>Figure 3. </a:t>
            </a:r>
            <a:r>
              <a:rPr lang="en-US" sz="3600">
                <a:ea typeface="+mn-lt"/>
                <a:cs typeface="+mn-lt"/>
              </a:rPr>
              <a:t>Adversarial attack, defense, and evaluation pipeline.</a:t>
            </a:r>
            <a:endParaRPr lang="en-US" sz="3600">
              <a:ea typeface="Calibri"/>
              <a:cs typeface="Calibri"/>
            </a:endParaRPr>
          </a:p>
        </p:txBody>
      </p:sp>
      <p:sp>
        <p:nvSpPr>
          <p:cNvPr id="54" name="TextBox 53">
            <a:extLst>
              <a:ext uri="{FF2B5EF4-FFF2-40B4-BE49-F238E27FC236}">
                <a16:creationId xmlns:a16="http://schemas.microsoft.com/office/drawing/2014/main" id="{B9366189-4765-D496-2754-7D9F0DA5ABD2}"/>
              </a:ext>
            </a:extLst>
          </p:cNvPr>
          <p:cNvSpPr txBox="1"/>
          <p:nvPr/>
        </p:nvSpPr>
        <p:spPr>
          <a:xfrm>
            <a:off x="29336239" y="20129827"/>
            <a:ext cx="14586293" cy="1200329"/>
          </a:xfrm>
          <a:prstGeom prst="rect">
            <a:avLst/>
          </a:prstGeom>
          <a:noFill/>
        </p:spPr>
        <p:txBody>
          <a:bodyPr wrap="square" lIns="91440" tIns="45720" rIns="91440" bIns="45720" rtlCol="0" anchor="t">
            <a:spAutoFit/>
          </a:bodyPr>
          <a:lstStyle/>
          <a:p>
            <a:r>
              <a:rPr lang="en-US" sz="3600" b="1"/>
              <a:t>Figure 5. </a:t>
            </a:r>
            <a:r>
              <a:rPr lang="en-US" sz="3600">
                <a:ea typeface="+mn-lt"/>
                <a:cs typeface="+mn-lt"/>
              </a:rPr>
              <a:t>Performance under clean, EOT patch attack, and defense</a:t>
            </a:r>
            <a:br>
              <a:rPr lang="en-US" sz="3600">
                <a:ea typeface="+mn-lt"/>
                <a:cs typeface="+mn-lt"/>
              </a:rPr>
            </a:br>
            <a:r>
              <a:rPr lang="en-US" sz="3600">
                <a:ea typeface="+mn-lt"/>
                <a:cs typeface="+mn-lt"/>
              </a:rPr>
              <a:t> conditions.</a:t>
            </a:r>
            <a:endParaRPr lang="en-US"/>
          </a:p>
        </p:txBody>
      </p:sp>
      <p:pic>
        <p:nvPicPr>
          <p:cNvPr id="14" name="Picture 13">
            <a:extLst>
              <a:ext uri="{FF2B5EF4-FFF2-40B4-BE49-F238E27FC236}">
                <a16:creationId xmlns:a16="http://schemas.microsoft.com/office/drawing/2014/main" id="{B1167D18-CCA0-9F92-178F-8F4539999EE1}"/>
              </a:ext>
            </a:extLst>
          </p:cNvPr>
          <p:cNvPicPr>
            <a:picLocks noChangeAspect="1"/>
          </p:cNvPicPr>
          <p:nvPr/>
        </p:nvPicPr>
        <p:blipFill>
          <a:blip r:embed="rId6"/>
          <a:stretch>
            <a:fillRect/>
          </a:stretch>
        </p:blipFill>
        <p:spPr>
          <a:xfrm>
            <a:off x="29397962" y="12210804"/>
            <a:ext cx="13815533" cy="8039880"/>
          </a:xfrm>
          <a:prstGeom prst="rect">
            <a:avLst/>
          </a:prstGeom>
        </p:spPr>
      </p:pic>
      <p:sp>
        <p:nvSpPr>
          <p:cNvPr id="19" name="TextBox 18">
            <a:extLst>
              <a:ext uri="{FF2B5EF4-FFF2-40B4-BE49-F238E27FC236}">
                <a16:creationId xmlns:a16="http://schemas.microsoft.com/office/drawing/2014/main" id="{AC2282EA-130D-9E4D-4211-D12DE05E6185}"/>
              </a:ext>
            </a:extLst>
          </p:cNvPr>
          <p:cNvSpPr txBox="1"/>
          <p:nvPr/>
        </p:nvSpPr>
        <p:spPr>
          <a:xfrm>
            <a:off x="29527807" y="21329122"/>
            <a:ext cx="13759544"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Arial"/>
              <a:buChar char="•"/>
            </a:pPr>
            <a:r>
              <a:rPr lang="en-US" sz="3600">
                <a:ea typeface="+mn-lt"/>
                <a:cs typeface="+mn-lt"/>
              </a:rPr>
              <a:t> EOT patch reduced classification accuracy from</a:t>
            </a:r>
            <a:r>
              <a:rPr lang="en-US" sz="3600" b="1">
                <a:ea typeface="+mn-lt"/>
                <a:cs typeface="+mn-lt"/>
              </a:rPr>
              <a:t> 95.8%</a:t>
            </a:r>
            <a:r>
              <a:rPr lang="en-US" sz="3600">
                <a:ea typeface="+mn-lt"/>
                <a:cs typeface="+mn-lt"/>
              </a:rPr>
              <a:t> to </a:t>
            </a:r>
            <a:r>
              <a:rPr lang="en-US" sz="3600" b="1">
                <a:ea typeface="+mn-lt"/>
                <a:cs typeface="+mn-lt"/>
              </a:rPr>
              <a:t>23.9% (BSTLD) </a:t>
            </a:r>
            <a:r>
              <a:rPr lang="en-US" sz="3600">
                <a:ea typeface="+mn-lt"/>
                <a:cs typeface="+mn-lt"/>
              </a:rPr>
              <a:t>and </a:t>
            </a:r>
            <a:r>
              <a:rPr lang="en-US" sz="3600" b="1">
                <a:ea typeface="+mn-lt"/>
                <a:cs typeface="+mn-lt"/>
              </a:rPr>
              <a:t>96.4%</a:t>
            </a:r>
            <a:r>
              <a:rPr lang="en-US" sz="3600">
                <a:ea typeface="+mn-lt"/>
                <a:cs typeface="+mn-lt"/>
              </a:rPr>
              <a:t> to </a:t>
            </a:r>
            <a:r>
              <a:rPr lang="en-US" sz="3600" b="1">
                <a:ea typeface="+mn-lt"/>
                <a:cs typeface="+mn-lt"/>
              </a:rPr>
              <a:t>24.5% (LISA)</a:t>
            </a:r>
            <a:r>
              <a:rPr lang="en-US" sz="3600">
                <a:ea typeface="+mn-lt"/>
                <a:cs typeface="+mn-lt"/>
              </a:rPr>
              <a:t>. </a:t>
            </a:r>
            <a:endParaRPr lang="en-US" sz="3600">
              <a:ea typeface="Calibri" panose="020F0502020204030204"/>
              <a:cs typeface="Calibri" panose="020F0502020204030204"/>
            </a:endParaRPr>
          </a:p>
          <a:p>
            <a:pPr>
              <a:buFont typeface="Arial"/>
              <a:buChar char="•"/>
            </a:pPr>
            <a:r>
              <a:rPr lang="en-US" sz="3600">
                <a:ea typeface="+mn-lt"/>
                <a:cs typeface="+mn-lt"/>
              </a:rPr>
              <a:t> Adversarial training reduced TMR from </a:t>
            </a:r>
            <a:r>
              <a:rPr lang="en-US" sz="3600" b="1">
                <a:ea typeface="+mn-lt"/>
                <a:cs typeface="+mn-lt"/>
              </a:rPr>
              <a:t>72.9%</a:t>
            </a:r>
            <a:r>
              <a:rPr lang="en-US" sz="3600">
                <a:ea typeface="+mn-lt"/>
                <a:cs typeface="+mn-lt"/>
              </a:rPr>
              <a:t> to </a:t>
            </a:r>
            <a:r>
              <a:rPr lang="en-US" sz="3600" b="1">
                <a:ea typeface="+mn-lt"/>
                <a:cs typeface="+mn-lt"/>
              </a:rPr>
              <a:t>19.6% (BSTLD)</a:t>
            </a:r>
            <a:r>
              <a:rPr lang="en-US" sz="3600">
                <a:ea typeface="+mn-lt"/>
                <a:cs typeface="+mn-lt"/>
              </a:rPr>
              <a:t> and from </a:t>
            </a:r>
            <a:r>
              <a:rPr lang="en-US" sz="3600" b="1">
                <a:ea typeface="+mn-lt"/>
                <a:cs typeface="+mn-lt"/>
              </a:rPr>
              <a:t>70.8%</a:t>
            </a:r>
            <a:r>
              <a:rPr lang="en-US" sz="3600">
                <a:ea typeface="+mn-lt"/>
                <a:cs typeface="+mn-lt"/>
              </a:rPr>
              <a:t> to</a:t>
            </a:r>
            <a:r>
              <a:rPr lang="en-US" sz="3600" b="1">
                <a:ea typeface="+mn-lt"/>
                <a:cs typeface="+mn-lt"/>
              </a:rPr>
              <a:t> 18.3% (LISA)</a:t>
            </a:r>
            <a:r>
              <a:rPr lang="en-US" sz="3600">
                <a:ea typeface="+mn-lt"/>
                <a:cs typeface="+mn-lt"/>
              </a:rPr>
              <a:t>. </a:t>
            </a:r>
            <a:endParaRPr lang="en-US"/>
          </a:p>
          <a:p>
            <a:endParaRPr lang="en-US" sz="3600">
              <a:ea typeface="+mn-lt"/>
              <a:cs typeface="+mn-lt"/>
            </a:endParaRPr>
          </a:p>
        </p:txBody>
      </p:sp>
      <p:sp>
        <p:nvSpPr>
          <p:cNvPr id="7" name="TextBox 6">
            <a:extLst>
              <a:ext uri="{FF2B5EF4-FFF2-40B4-BE49-F238E27FC236}">
                <a16:creationId xmlns:a16="http://schemas.microsoft.com/office/drawing/2014/main" id="{EE26D83B-DB57-1F95-7994-EBF024E47C36}"/>
              </a:ext>
            </a:extLst>
          </p:cNvPr>
          <p:cNvSpPr txBox="1"/>
          <p:nvPr/>
        </p:nvSpPr>
        <p:spPr>
          <a:xfrm>
            <a:off x="29413693" y="11049555"/>
            <a:ext cx="14173199" cy="1200329"/>
          </a:xfrm>
          <a:prstGeom prst="rect">
            <a:avLst/>
          </a:prstGeom>
          <a:noFill/>
        </p:spPr>
        <p:txBody>
          <a:bodyPr wrap="square" lIns="91440" tIns="45720" rIns="91440" bIns="45720" rtlCol="0" anchor="t">
            <a:spAutoFit/>
          </a:bodyPr>
          <a:lstStyle/>
          <a:p>
            <a:r>
              <a:rPr lang="en-US" sz="3600" b="1"/>
              <a:t>Figure 4. </a:t>
            </a:r>
            <a:r>
              <a:rPr lang="en-US" sz="3600">
                <a:ea typeface="+mn-lt"/>
                <a:cs typeface="+mn-lt"/>
              </a:rPr>
              <a:t>Performance metrics for BSTLD and LISA under clean, EOT patch attack, and adversarial defense conditions.</a:t>
            </a:r>
          </a:p>
        </p:txBody>
      </p:sp>
      <p:pic>
        <p:nvPicPr>
          <p:cNvPr id="12" name="Picture 11">
            <a:extLst>
              <a:ext uri="{FF2B5EF4-FFF2-40B4-BE49-F238E27FC236}">
                <a16:creationId xmlns:a16="http://schemas.microsoft.com/office/drawing/2014/main" id="{75F10B4C-C25E-E727-A942-E2953EDC7203}"/>
              </a:ext>
            </a:extLst>
          </p:cNvPr>
          <p:cNvPicPr>
            <a:picLocks noChangeAspect="1"/>
          </p:cNvPicPr>
          <p:nvPr/>
        </p:nvPicPr>
        <p:blipFill>
          <a:blip r:embed="rId7"/>
          <a:srcRect l="25825" t="6383" r="27653" b="2128"/>
          <a:stretch>
            <a:fillRect/>
          </a:stretch>
        </p:blipFill>
        <p:spPr>
          <a:xfrm>
            <a:off x="15121154" y="7114838"/>
            <a:ext cx="13362189" cy="20038401"/>
          </a:xfrm>
          <a:prstGeom prst="rect">
            <a:avLst/>
          </a:prstGeom>
        </p:spPr>
      </p:pic>
      <p:pic>
        <p:nvPicPr>
          <p:cNvPr id="20" name="Picture 19">
            <a:extLst>
              <a:ext uri="{FF2B5EF4-FFF2-40B4-BE49-F238E27FC236}">
                <a16:creationId xmlns:a16="http://schemas.microsoft.com/office/drawing/2014/main" id="{C849DF85-F2DB-E854-35DD-529DEE21B05A}"/>
              </a:ext>
            </a:extLst>
          </p:cNvPr>
          <p:cNvPicPr>
            <a:picLocks noChangeAspect="1"/>
          </p:cNvPicPr>
          <p:nvPr/>
        </p:nvPicPr>
        <p:blipFill>
          <a:blip r:embed="rId8"/>
          <a:srcRect l="1418" t="23574" r="646" b="14730"/>
          <a:stretch>
            <a:fillRect/>
          </a:stretch>
        </p:blipFill>
        <p:spPr>
          <a:xfrm>
            <a:off x="29513968" y="6137950"/>
            <a:ext cx="13935734" cy="4984242"/>
          </a:xfrm>
          <a:prstGeom prst="rect">
            <a:avLst/>
          </a:prstGeom>
        </p:spPr>
      </p:pic>
      <p:sp>
        <p:nvSpPr>
          <p:cNvPr id="17" name="TextBox 37">
            <a:extLst>
              <a:ext uri="{FF2B5EF4-FFF2-40B4-BE49-F238E27FC236}">
                <a16:creationId xmlns:a16="http://schemas.microsoft.com/office/drawing/2014/main" id="{74ED627C-013E-1D80-4685-CB57D15B04B8}"/>
              </a:ext>
            </a:extLst>
          </p:cNvPr>
          <p:cNvSpPr txBox="1"/>
          <p:nvPr/>
        </p:nvSpPr>
        <p:spPr>
          <a:xfrm>
            <a:off x="348899" y="5305739"/>
            <a:ext cx="14173200" cy="819894"/>
          </a:xfrm>
          <a:prstGeom prst="rect">
            <a:avLst/>
          </a:prstGeom>
          <a:solidFill>
            <a:srgbClr val="9C2334"/>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lIns="53331" tIns="26665" rIns="53331" bIns="26665"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4978" b="1" i="0" u="none" strike="noStrike" kern="1200" cap="none" spc="0" normalizeH="0" baseline="0" noProof="0">
                <a:ln>
                  <a:noFill/>
                </a:ln>
                <a:solidFill>
                  <a:srgbClr val="FFFFFF"/>
                </a:solidFill>
                <a:effectLst/>
                <a:uLnTx/>
                <a:uFillTx/>
                <a:latin typeface="Times New Roman" panose="02020603050405020304" pitchFamily="18" charset="0"/>
                <a:cs typeface="Times New Roman" panose="02020603050405020304" pitchFamily="18" charset="0"/>
              </a:rPr>
              <a:t>INTRODUCTION</a:t>
            </a:r>
          </a:p>
        </p:txBody>
      </p:sp>
      <p:sp>
        <p:nvSpPr>
          <p:cNvPr id="18" name="Rectangle 17">
            <a:extLst>
              <a:ext uri="{FF2B5EF4-FFF2-40B4-BE49-F238E27FC236}">
                <a16:creationId xmlns:a16="http://schemas.microsoft.com/office/drawing/2014/main" id="{97077093-81E3-27BB-5ADA-34E6BBACBA3D}"/>
              </a:ext>
            </a:extLst>
          </p:cNvPr>
          <p:cNvSpPr/>
          <p:nvPr/>
        </p:nvSpPr>
        <p:spPr>
          <a:xfrm>
            <a:off x="348898" y="17933227"/>
            <a:ext cx="14158810" cy="12379796"/>
          </a:xfrm>
          <a:prstGeom prst="rect">
            <a:avLst/>
          </a:prstGeom>
          <a:solidFill>
            <a:schemeClr val="bg1"/>
          </a:solidFill>
          <a:ln>
            <a:solidFill>
              <a:srgbClr val="9C233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TextBox 43">
            <a:extLst>
              <a:ext uri="{FF2B5EF4-FFF2-40B4-BE49-F238E27FC236}">
                <a16:creationId xmlns:a16="http://schemas.microsoft.com/office/drawing/2014/main" id="{1A150345-4127-BA3C-EAAA-2C12D4C1305B}"/>
              </a:ext>
            </a:extLst>
          </p:cNvPr>
          <p:cNvSpPr txBox="1"/>
          <p:nvPr/>
        </p:nvSpPr>
        <p:spPr>
          <a:xfrm>
            <a:off x="334506" y="5906077"/>
            <a:ext cx="14173200" cy="10906957"/>
          </a:xfrm>
          <a:prstGeom prst="rect">
            <a:avLst/>
          </a:prstGeom>
          <a:noFill/>
          <a:ln>
            <a:solidFill>
              <a:srgbClr val="9C2334"/>
            </a:solidFill>
          </a:ln>
        </p:spPr>
        <p:txBody>
          <a:bodyPr wrap="square">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571500" indent="-571500" algn="just">
              <a:buFont typeface="Wingdings" panose="05000000000000000000" pitchFamily="2" charset="2"/>
              <a:buChar char="Ø"/>
            </a:pPr>
            <a:endParaRPr lang="en-US" sz="4000"/>
          </a:p>
          <a:p>
            <a:pPr marL="571500" indent="-571500" algn="just">
              <a:buFont typeface="Wingdings" panose="05000000000000000000" pitchFamily="2" charset="2"/>
              <a:buChar char="Ø"/>
            </a:pPr>
            <a:endParaRPr lang="en-US" sz="4000"/>
          </a:p>
          <a:p>
            <a:pPr marL="571500" indent="-571500" algn="just">
              <a:buFont typeface="Wingdings" panose="05000000000000000000" pitchFamily="2" charset="2"/>
              <a:buChar char="Ø"/>
            </a:pPr>
            <a:endParaRPr lang="en-US" sz="4000"/>
          </a:p>
          <a:p>
            <a:pPr marL="571500" indent="-571500" algn="just">
              <a:buFont typeface="Wingdings" panose="05000000000000000000" pitchFamily="2" charset="2"/>
              <a:buChar char="Ø"/>
            </a:pPr>
            <a:endParaRPr lang="en-US" sz="4000"/>
          </a:p>
          <a:p>
            <a:pPr algn="just"/>
            <a:endParaRPr lang="en-US" sz="4000"/>
          </a:p>
          <a:p>
            <a:pPr algn="just"/>
            <a:endParaRPr lang="en-US" sz="4000"/>
          </a:p>
        </p:txBody>
      </p:sp>
      <p:sp>
        <p:nvSpPr>
          <p:cNvPr id="22" name="TextBox 45">
            <a:extLst>
              <a:ext uri="{FF2B5EF4-FFF2-40B4-BE49-F238E27FC236}">
                <a16:creationId xmlns:a16="http://schemas.microsoft.com/office/drawing/2014/main" id="{F312F0F8-BF39-E397-D36C-91E870BC01D2}"/>
              </a:ext>
            </a:extLst>
          </p:cNvPr>
          <p:cNvSpPr txBox="1"/>
          <p:nvPr/>
        </p:nvSpPr>
        <p:spPr>
          <a:xfrm>
            <a:off x="408226" y="17093567"/>
            <a:ext cx="14173200" cy="819894"/>
          </a:xfrm>
          <a:prstGeom prst="rect">
            <a:avLst/>
          </a:prstGeom>
          <a:solidFill>
            <a:srgbClr val="9C2334"/>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lIns="53331" tIns="26665" rIns="53331" bIns="26665"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spcBef>
                <a:spcPct val="0"/>
              </a:spcBef>
              <a:spcAft>
                <a:spcPct val="0"/>
              </a:spcAft>
              <a:defRPr/>
            </a:pPr>
            <a:r>
              <a:rPr lang="en-US" sz="4950" b="1">
                <a:solidFill>
                  <a:srgbClr val="FFFFFF"/>
                </a:solidFill>
                <a:latin typeface="Times New Roman"/>
                <a:cs typeface="Times New Roman"/>
              </a:rPr>
              <a:t>EXPERIMENTAL SETUP</a:t>
            </a:r>
            <a:endParaRPr lang="en-US"/>
          </a:p>
        </p:txBody>
      </p:sp>
      <p:sp>
        <p:nvSpPr>
          <p:cNvPr id="23" name="TextBox 5">
            <a:extLst>
              <a:ext uri="{FF2B5EF4-FFF2-40B4-BE49-F238E27FC236}">
                <a16:creationId xmlns:a16="http://schemas.microsoft.com/office/drawing/2014/main" id="{5D24C499-24DF-951D-8DD7-93D608B0FEB4}"/>
              </a:ext>
            </a:extLst>
          </p:cNvPr>
          <p:cNvSpPr txBox="1"/>
          <p:nvPr/>
        </p:nvSpPr>
        <p:spPr>
          <a:xfrm>
            <a:off x="456683" y="6147930"/>
            <a:ext cx="13997033" cy="7425110"/>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3800" b="1" u="sng"/>
              <a:t>Motivation:</a:t>
            </a:r>
            <a:br>
              <a:rPr lang="en-US" sz="3800"/>
            </a:br>
            <a:r>
              <a:rPr lang="en-US" sz="3600">
                <a:ea typeface="+mn-lt"/>
                <a:cs typeface="+mn-lt"/>
              </a:rPr>
              <a:t>Misreading a red light as green can send a vehicle through an intersection. Detection is relatively stable, but the classifier that reads the light's state is vulnerable to physically realizable adversarial patches. Most adversarial research targets traffic signs or general object detection. Traffic-light recognition has received comparatively little attention.</a:t>
            </a:r>
            <a:endParaRPr lang="en-US"/>
          </a:p>
          <a:p>
            <a:endParaRPr lang="en-US" sz="1050">
              <a:ea typeface="Calibri"/>
              <a:cs typeface="Calibri"/>
            </a:endParaRPr>
          </a:p>
          <a:p>
            <a:r>
              <a:rPr lang="en-US" sz="3800" b="1" u="sng"/>
              <a:t>Research Questions:</a:t>
            </a:r>
            <a:endParaRPr lang="en-US" sz="3800" b="1" u="sng">
              <a:ea typeface="Calibri"/>
              <a:cs typeface="Calibri"/>
            </a:endParaRPr>
          </a:p>
          <a:p>
            <a:pPr marL="742950" indent="-742950">
              <a:buFont typeface="+mj-lt"/>
              <a:buAutoNum type="arabicPeriod"/>
            </a:pPr>
            <a:r>
              <a:rPr lang="en-US" sz="3600"/>
              <a:t>Can adversarial patches fool YOLO traffic-light classifiers? </a:t>
            </a:r>
            <a:endParaRPr lang="en-US" sz="3600">
              <a:ea typeface="Calibri"/>
              <a:cs typeface="Calibri"/>
            </a:endParaRPr>
          </a:p>
          <a:p>
            <a:pPr marL="742950" indent="-742950">
              <a:buFont typeface="+mj-lt"/>
              <a:buAutoNum type="arabicPeriod"/>
            </a:pPr>
            <a:r>
              <a:rPr lang="en-US" sz="3600"/>
              <a:t>Can adversarial training improve robustness?</a:t>
            </a:r>
            <a:r>
              <a:rPr lang="en-US" sz="4100"/>
              <a:t> </a:t>
            </a:r>
            <a:endParaRPr lang="en-US" sz="4100">
              <a:ea typeface="Calibri"/>
              <a:cs typeface="Calibri"/>
            </a:endParaRPr>
          </a:p>
          <a:p>
            <a:endParaRPr lang="en-US" sz="1000">
              <a:ea typeface="Calibri"/>
              <a:cs typeface="Calibri"/>
            </a:endParaRPr>
          </a:p>
          <a:p>
            <a:pPr marL="571500" indent="-571500">
              <a:buFont typeface="Arial" panose="020B0604020202020204" pitchFamily="34" charset="0"/>
              <a:buChar char="•"/>
            </a:pPr>
            <a:endParaRPr lang="en-US" sz="4100">
              <a:ea typeface="Calibri"/>
              <a:cs typeface="Calibri"/>
            </a:endParaRPr>
          </a:p>
          <a:p>
            <a:endParaRPr lang="en-US" sz="4100">
              <a:ea typeface="Calibri"/>
              <a:cs typeface="Calibri"/>
            </a:endParaRPr>
          </a:p>
          <a:p>
            <a:pPr marL="571500" indent="-571500">
              <a:buFont typeface="Arial" panose="020B0604020202020204" pitchFamily="34" charset="0"/>
              <a:buChar char="•"/>
            </a:pPr>
            <a:endParaRPr lang="en-US" sz="4100">
              <a:ea typeface="Calibri"/>
              <a:cs typeface="Calibri"/>
            </a:endParaRPr>
          </a:p>
        </p:txBody>
      </p:sp>
      <p:pic>
        <p:nvPicPr>
          <p:cNvPr id="24" name="Picture 23">
            <a:extLst>
              <a:ext uri="{FF2B5EF4-FFF2-40B4-BE49-F238E27FC236}">
                <a16:creationId xmlns:a16="http://schemas.microsoft.com/office/drawing/2014/main" id="{81A7221E-B14A-F7E6-13BA-360F229AFE01}"/>
              </a:ext>
            </a:extLst>
          </p:cNvPr>
          <p:cNvPicPr>
            <a:picLocks noChangeAspect="1"/>
          </p:cNvPicPr>
          <p:nvPr/>
        </p:nvPicPr>
        <p:blipFill>
          <a:blip r:embed="rId9">
            <a:extLst>
              <a:ext uri="{28A0092B-C50C-407E-A947-70E740481C1C}">
                <a14:useLocalDpi xmlns:a14="http://schemas.microsoft.com/office/drawing/2010/main" val="0"/>
              </a:ext>
            </a:extLst>
          </a:blip>
          <a:srcRect l="6164" t="5255" r="15000" b="532"/>
          <a:stretch>
            <a:fillRect/>
          </a:stretch>
        </p:blipFill>
        <p:spPr>
          <a:xfrm>
            <a:off x="7667382" y="11628910"/>
            <a:ext cx="6553589" cy="3923557"/>
          </a:xfrm>
          <a:prstGeom prst="rect">
            <a:avLst/>
          </a:prstGeom>
        </p:spPr>
      </p:pic>
      <p:grpSp>
        <p:nvGrpSpPr>
          <p:cNvPr id="26" name="Group 25">
            <a:extLst>
              <a:ext uri="{FF2B5EF4-FFF2-40B4-BE49-F238E27FC236}">
                <a16:creationId xmlns:a16="http://schemas.microsoft.com/office/drawing/2014/main" id="{81B1F04B-C486-550D-3650-EDFC810A143C}"/>
              </a:ext>
            </a:extLst>
          </p:cNvPr>
          <p:cNvGrpSpPr/>
          <p:nvPr/>
        </p:nvGrpSpPr>
        <p:grpSpPr>
          <a:xfrm>
            <a:off x="768560" y="11628221"/>
            <a:ext cx="6575235" cy="3947548"/>
            <a:chOff x="768560" y="11628221"/>
            <a:chExt cx="4981567" cy="3276989"/>
          </a:xfrm>
        </p:grpSpPr>
        <p:pic>
          <p:nvPicPr>
            <p:cNvPr id="31" name="Picture 30">
              <a:extLst>
                <a:ext uri="{FF2B5EF4-FFF2-40B4-BE49-F238E27FC236}">
                  <a16:creationId xmlns:a16="http://schemas.microsoft.com/office/drawing/2014/main" id="{7F6953BE-0723-6166-2CDA-60D95D976FF4}"/>
                </a:ext>
              </a:extLst>
            </p:cNvPr>
            <p:cNvPicPr>
              <a:picLocks noChangeAspect="1"/>
            </p:cNvPicPr>
            <p:nvPr/>
          </p:nvPicPr>
          <p:blipFill>
            <a:blip r:embed="rId10">
              <a:extLst>
                <a:ext uri="{28A0092B-C50C-407E-A947-70E740481C1C}">
                  <a14:useLocalDpi xmlns:a14="http://schemas.microsoft.com/office/drawing/2010/main" val="0"/>
                </a:ext>
              </a:extLst>
            </a:blip>
            <a:srcRect l="18286" b="1548"/>
            <a:stretch>
              <a:fillRect/>
            </a:stretch>
          </p:blipFill>
          <p:spPr>
            <a:xfrm>
              <a:off x="768560" y="11628221"/>
              <a:ext cx="4981567" cy="3276989"/>
            </a:xfrm>
            <a:prstGeom prst="rect">
              <a:avLst/>
            </a:prstGeom>
          </p:spPr>
        </p:pic>
        <mc:AlternateContent xmlns:mc="http://schemas.openxmlformats.org/markup-compatibility/2006" xmlns:p14="http://schemas.microsoft.com/office/powerpoint/2010/main">
          <mc:Choice Requires="p14">
            <p:contentPart p14:bwMode="auto" r:id="rId11">
              <p14:nvContentPartPr>
                <p14:cNvPr id="32" name="Ink 31">
                  <a:extLst>
                    <a:ext uri="{FF2B5EF4-FFF2-40B4-BE49-F238E27FC236}">
                      <a16:creationId xmlns:a16="http://schemas.microsoft.com/office/drawing/2014/main" id="{8698CF4C-D79E-F3EA-7B69-50C890AC8A27}"/>
                    </a:ext>
                  </a:extLst>
                </p14:cNvPr>
                <p14:cNvContentPartPr/>
                <p14:nvPr/>
              </p14:nvContentPartPr>
              <p14:xfrm>
                <a:off x="5202079" y="12514810"/>
                <a:ext cx="25928" cy="25928"/>
              </p14:xfrm>
            </p:contentPart>
          </mc:Choice>
          <mc:Fallback xmlns="">
            <p:pic>
              <p:nvPicPr>
                <p:cNvPr id="32" name="Ink 31">
                  <a:extLst>
                    <a:ext uri="{FF2B5EF4-FFF2-40B4-BE49-F238E27FC236}">
                      <a16:creationId xmlns:a16="http://schemas.microsoft.com/office/drawing/2014/main" id="{8698CF4C-D79E-F3EA-7B69-50C890AC8A27}"/>
                    </a:ext>
                  </a:extLst>
                </p:cNvPr>
                <p:cNvPicPr/>
                <p:nvPr/>
              </p:nvPicPr>
              <p:blipFill>
                <a:blip r:embed="rId12"/>
                <a:stretch>
                  <a:fillRect/>
                </a:stretch>
              </p:blipFill>
              <p:spPr>
                <a:xfrm>
                  <a:off x="2609279" y="9922010"/>
                  <a:ext cx="5185600" cy="5185600"/>
                </a:xfrm>
                <a:prstGeom prst="rect">
                  <a:avLst/>
                </a:prstGeom>
              </p:spPr>
            </p:pic>
          </mc:Fallback>
        </mc:AlternateContent>
      </p:grpSp>
      <p:sp>
        <p:nvSpPr>
          <p:cNvPr id="27" name="TextBox 9">
            <a:extLst>
              <a:ext uri="{FF2B5EF4-FFF2-40B4-BE49-F238E27FC236}">
                <a16:creationId xmlns:a16="http://schemas.microsoft.com/office/drawing/2014/main" id="{972BA1F4-7C0C-7BA3-A97B-A2D21DE8E888}"/>
              </a:ext>
            </a:extLst>
          </p:cNvPr>
          <p:cNvSpPr txBox="1"/>
          <p:nvPr/>
        </p:nvSpPr>
        <p:spPr>
          <a:xfrm>
            <a:off x="777266" y="15584479"/>
            <a:ext cx="6806798" cy="1200329"/>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3600" b="1"/>
              <a:t>Figure 1.</a:t>
            </a:r>
            <a:r>
              <a:rPr lang="en-US" sz="3600"/>
              <a:t> </a:t>
            </a:r>
            <a:r>
              <a:rPr lang="en-US" sz="3600">
                <a:ea typeface="+mn-lt"/>
                <a:cs typeface="+mn-lt"/>
              </a:rPr>
              <a:t>Clean BSTLD traffic-light image. </a:t>
            </a:r>
            <a:endParaRPr lang="en-US" sz="3600" b="1" i="1">
              <a:ea typeface="Calibri"/>
              <a:cs typeface="Calibri"/>
            </a:endParaRPr>
          </a:p>
        </p:txBody>
      </p:sp>
      <p:sp>
        <p:nvSpPr>
          <p:cNvPr id="30" name="TextBox 12">
            <a:extLst>
              <a:ext uri="{FF2B5EF4-FFF2-40B4-BE49-F238E27FC236}">
                <a16:creationId xmlns:a16="http://schemas.microsoft.com/office/drawing/2014/main" id="{7D445850-6763-B3E7-B111-41D92617F5B2}"/>
              </a:ext>
            </a:extLst>
          </p:cNvPr>
          <p:cNvSpPr txBox="1"/>
          <p:nvPr/>
        </p:nvSpPr>
        <p:spPr>
          <a:xfrm>
            <a:off x="7646013" y="15577194"/>
            <a:ext cx="6806799" cy="1200329"/>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3600" b="1"/>
              <a:t>Figure 2.</a:t>
            </a:r>
            <a:r>
              <a:rPr lang="en-US" sz="3600"/>
              <a:t> </a:t>
            </a:r>
            <a:r>
              <a:rPr lang="en-US" sz="3600">
                <a:ea typeface="+mn-lt"/>
                <a:cs typeface="+mn-lt"/>
              </a:rPr>
              <a:t>BSTLD image with EOT adversarial patch.</a:t>
            </a:r>
            <a:endParaRPr lang="en-US" sz="3600" b="1">
              <a:ea typeface="+mn-lt"/>
              <a:cs typeface="+mn-lt"/>
            </a:endParaRPr>
          </a:p>
        </p:txBody>
      </p:sp>
      <p:graphicFrame>
        <p:nvGraphicFramePr>
          <p:cNvPr id="13" name="Table 12">
            <a:extLst>
              <a:ext uri="{FF2B5EF4-FFF2-40B4-BE49-F238E27FC236}">
                <a16:creationId xmlns:a16="http://schemas.microsoft.com/office/drawing/2014/main" id="{BB8F9BA0-E696-B3D9-3059-4A58E40BCFE4}"/>
              </a:ext>
            </a:extLst>
          </p:cNvPr>
          <p:cNvGraphicFramePr>
            <a:graphicFrameLocks noGrp="1"/>
          </p:cNvGraphicFramePr>
          <p:nvPr>
            <p:extLst>
              <p:ext uri="{D42A27DB-BD31-4B8C-83A1-F6EECF244321}">
                <p14:modId xmlns:p14="http://schemas.microsoft.com/office/powerpoint/2010/main" val="3923421362"/>
              </p:ext>
            </p:extLst>
          </p:nvPr>
        </p:nvGraphicFramePr>
        <p:xfrm>
          <a:off x="592183" y="18113829"/>
          <a:ext cx="13801851" cy="11930597"/>
        </p:xfrm>
        <a:graphic>
          <a:graphicData uri="http://schemas.openxmlformats.org/drawingml/2006/table">
            <a:tbl>
              <a:tblPr bandRow="1">
                <a:tableStyleId>{5C22544A-7EE6-4342-B048-85BDC9FD1C3A}</a:tableStyleId>
              </a:tblPr>
              <a:tblGrid>
                <a:gridCol w="2403842">
                  <a:extLst>
                    <a:ext uri="{9D8B030D-6E8A-4147-A177-3AD203B41FA5}">
                      <a16:colId xmlns:a16="http://schemas.microsoft.com/office/drawing/2014/main" val="4266709890"/>
                    </a:ext>
                  </a:extLst>
                </a:gridCol>
                <a:gridCol w="11398009">
                  <a:extLst>
                    <a:ext uri="{9D8B030D-6E8A-4147-A177-3AD203B41FA5}">
                      <a16:colId xmlns:a16="http://schemas.microsoft.com/office/drawing/2014/main" val="1028711954"/>
                    </a:ext>
                  </a:extLst>
                </a:gridCol>
              </a:tblGrid>
              <a:tr h="1370021">
                <a:tc>
                  <a:txBody>
                    <a:bodyPr/>
                    <a:lstStyle/>
                    <a:p>
                      <a:pPr marL="0" marR="0" indent="0" algn="l" rtl="0" fontAlgn="base">
                        <a:lnSpc>
                          <a:spcPct val="100000"/>
                        </a:lnSpc>
                        <a:buNone/>
                      </a:pPr>
                      <a:r>
                        <a:rPr lang="en-US" sz="3600" b="1" i="0" u="none" strike="noStrike">
                          <a:solidFill>
                            <a:srgbClr val="000000"/>
                          </a:solidFill>
                          <a:effectLst/>
                          <a:latin typeface="Calibri"/>
                          <a:ea typeface="Calibri"/>
                          <a:cs typeface="Calibri"/>
                        </a:rPr>
                        <a:t> Datasets</a:t>
                      </a:r>
                      <a:endParaRPr lang="en-US" sz="3600" b="1" i="0">
                        <a:solidFill>
                          <a:srgbClr val="FFFFFF"/>
                        </a:solidFill>
                        <a:effectLst/>
                        <a:latin typeface="Calibri"/>
                        <a:ea typeface="Calibri"/>
                        <a:cs typeface="Calibri"/>
                      </a:endParaRPr>
                    </a:p>
                  </a:txBody>
                  <a:tcPr marL="19298" marR="19298" marT="9649" marB="964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8CBAD"/>
                    </a:solidFill>
                  </a:tcPr>
                </a:tc>
                <a:tc>
                  <a:txBody>
                    <a:bodyPr/>
                    <a:lstStyle/>
                    <a:p>
                      <a:pPr marL="0" marR="0" indent="0" algn="l" rtl="0" fontAlgn="base">
                        <a:lnSpc>
                          <a:spcPct val="100000"/>
                        </a:lnSpc>
                        <a:buNone/>
                      </a:pPr>
                      <a:r>
                        <a:rPr lang="en-US" sz="3600" b="0" i="0" u="none" strike="noStrike">
                          <a:solidFill>
                            <a:srgbClr val="000000"/>
                          </a:solidFill>
                          <a:effectLst/>
                          <a:latin typeface="Calibri"/>
                          <a:ea typeface="Calibri"/>
                          <a:cs typeface="Calibri"/>
                        </a:rPr>
                        <a:t> LISA (US) and BSTLD (EU): dashcam images with annotated traffic-light states</a:t>
                      </a:r>
                      <a:endParaRPr lang="en-US" sz="3600" b="1" i="0">
                        <a:solidFill>
                          <a:srgbClr val="FFFFFF"/>
                        </a:solidFill>
                        <a:effectLst/>
                        <a:latin typeface="Calibri"/>
                        <a:ea typeface="Calibri"/>
                        <a:cs typeface="Calibri"/>
                      </a:endParaRPr>
                    </a:p>
                  </a:txBody>
                  <a:tcPr marL="19298" marR="19298" marT="9649" marB="964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8CBAD"/>
                    </a:solidFill>
                  </a:tcPr>
                </a:tc>
                <a:extLst>
                  <a:ext uri="{0D108BD9-81ED-4DB2-BD59-A6C34878D82A}">
                    <a16:rowId xmlns:a16="http://schemas.microsoft.com/office/drawing/2014/main" val="2521681845"/>
                  </a:ext>
                </a:extLst>
              </a:tr>
              <a:tr h="1141681">
                <a:tc>
                  <a:txBody>
                    <a:bodyPr/>
                    <a:lstStyle/>
                    <a:p>
                      <a:pPr marL="0" marR="0" indent="0" algn="l" rtl="0" fontAlgn="base">
                        <a:lnSpc>
                          <a:spcPct val="100000"/>
                        </a:lnSpc>
                        <a:buNone/>
                      </a:pPr>
                      <a:r>
                        <a:rPr lang="en-US" sz="3600" b="1" i="0" u="none" strike="noStrike">
                          <a:solidFill>
                            <a:srgbClr val="000000"/>
                          </a:solidFill>
                          <a:effectLst/>
                          <a:latin typeface="Calibri"/>
                          <a:ea typeface="Calibri"/>
                          <a:cs typeface="Calibri"/>
                        </a:rPr>
                        <a:t> Model</a:t>
                      </a:r>
                      <a:endParaRPr lang="en-US" sz="3600" b="0" i="0">
                        <a:solidFill>
                          <a:srgbClr val="000000"/>
                        </a:solidFill>
                        <a:effectLst/>
                        <a:latin typeface="Calibri"/>
                        <a:ea typeface="Calibri"/>
                        <a:cs typeface="Calibri"/>
                      </a:endParaRPr>
                    </a:p>
                  </a:txBody>
                  <a:tcPr marL="19298" marR="19298" marT="9649" marB="964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8CBAD"/>
                    </a:solidFill>
                  </a:tcPr>
                </a:tc>
                <a:tc>
                  <a:txBody>
                    <a:bodyPr/>
                    <a:lstStyle/>
                    <a:p>
                      <a:pPr marL="0" marR="0" indent="0" algn="l" rtl="0" fontAlgn="base">
                        <a:lnSpc>
                          <a:spcPct val="100000"/>
                        </a:lnSpc>
                        <a:buNone/>
                      </a:pPr>
                      <a:r>
                        <a:rPr lang="en-US" sz="3600" b="0" i="0" u="none" strike="noStrike">
                          <a:solidFill>
                            <a:srgbClr val="000000"/>
                          </a:solidFill>
                          <a:effectLst/>
                          <a:latin typeface="Calibri"/>
                          <a:ea typeface="Calibri"/>
                          <a:cs typeface="Calibri"/>
                        </a:rPr>
                        <a:t> YOLOv8m, COCO-pretrained, trained separately on each dataset</a:t>
                      </a:r>
                      <a:endParaRPr lang="en-US" sz="3600" b="0" i="0">
                        <a:solidFill>
                          <a:srgbClr val="000000"/>
                        </a:solidFill>
                        <a:effectLst/>
                        <a:latin typeface="Calibri"/>
                        <a:ea typeface="Calibri"/>
                        <a:cs typeface="Calibri"/>
                      </a:endParaRPr>
                    </a:p>
                  </a:txBody>
                  <a:tcPr marL="19298" marR="19298" marT="9649" marB="964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8CBAD"/>
                    </a:solidFill>
                  </a:tcPr>
                </a:tc>
                <a:extLst>
                  <a:ext uri="{0D108BD9-81ED-4DB2-BD59-A6C34878D82A}">
                    <a16:rowId xmlns:a16="http://schemas.microsoft.com/office/drawing/2014/main" val="68896199"/>
                  </a:ext>
                </a:extLst>
              </a:tr>
              <a:tr h="1427106">
                <a:tc>
                  <a:txBody>
                    <a:bodyPr/>
                    <a:lstStyle/>
                    <a:p>
                      <a:pPr marL="0" marR="0" indent="0" algn="l" rtl="0" fontAlgn="base">
                        <a:lnSpc>
                          <a:spcPct val="100000"/>
                        </a:lnSpc>
                        <a:buNone/>
                      </a:pPr>
                      <a:r>
                        <a:rPr lang="en-US" sz="3600" b="1" i="0" u="none" strike="noStrike">
                          <a:solidFill>
                            <a:srgbClr val="000000"/>
                          </a:solidFill>
                          <a:effectLst/>
                          <a:latin typeface="Calibri"/>
                          <a:ea typeface="Calibri"/>
                          <a:cs typeface="Calibri"/>
                        </a:rPr>
                        <a:t> Threat  Model</a:t>
                      </a:r>
                      <a:endParaRPr lang="en-US" sz="3600" b="0" i="0">
                        <a:solidFill>
                          <a:srgbClr val="000000"/>
                        </a:solidFill>
                        <a:effectLst/>
                        <a:latin typeface="Calibri"/>
                        <a:ea typeface="Calibri"/>
                        <a:cs typeface="Calibri"/>
                      </a:endParaRPr>
                    </a:p>
                  </a:txBody>
                  <a:tcPr marL="19298" marR="19298" marT="9649" marB="964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8CBAD"/>
                    </a:solidFill>
                  </a:tcPr>
                </a:tc>
                <a:tc>
                  <a:txBody>
                    <a:bodyPr/>
                    <a:lstStyle/>
                    <a:p>
                      <a:pPr marL="0" marR="0" indent="0" algn="l" rtl="0" fontAlgn="base">
                        <a:lnSpc>
                          <a:spcPct val="100000"/>
                        </a:lnSpc>
                        <a:buNone/>
                      </a:pPr>
                      <a:r>
                        <a:rPr lang="en-US" sz="3600" b="0" i="0" u="none" strike="noStrike">
                          <a:solidFill>
                            <a:srgbClr val="000000"/>
                          </a:solidFill>
                          <a:effectLst/>
                          <a:latin typeface="Calibri"/>
                          <a:ea typeface="Calibri"/>
                          <a:cs typeface="Calibri"/>
                        </a:rPr>
                        <a:t> White-box (gradient access); patch is a printable sticker on the light</a:t>
                      </a:r>
                      <a:endParaRPr lang="en-US" sz="3600" b="0" i="0">
                        <a:solidFill>
                          <a:srgbClr val="000000"/>
                        </a:solidFill>
                        <a:effectLst/>
                        <a:latin typeface="Calibri"/>
                        <a:ea typeface="Calibri"/>
                        <a:cs typeface="Calibri"/>
                      </a:endParaRPr>
                    </a:p>
                  </a:txBody>
                  <a:tcPr marL="19298" marR="19298" marT="9649" marB="964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8CBAD"/>
                    </a:solidFill>
                  </a:tcPr>
                </a:tc>
                <a:extLst>
                  <a:ext uri="{0D108BD9-81ED-4DB2-BD59-A6C34878D82A}">
                    <a16:rowId xmlns:a16="http://schemas.microsoft.com/office/drawing/2014/main" val="499280868"/>
                  </a:ext>
                </a:extLst>
              </a:tr>
              <a:tr h="3139632">
                <a:tc>
                  <a:txBody>
                    <a:bodyPr/>
                    <a:lstStyle/>
                    <a:p>
                      <a:pPr marL="0" marR="0" indent="0" algn="l" rtl="0" fontAlgn="base">
                        <a:lnSpc>
                          <a:spcPct val="100000"/>
                        </a:lnSpc>
                        <a:buNone/>
                      </a:pPr>
                      <a:r>
                        <a:rPr lang="en-US" sz="3600" b="1" i="0" u="none" strike="noStrike">
                          <a:solidFill>
                            <a:srgbClr val="000000"/>
                          </a:solidFill>
                          <a:effectLst/>
                          <a:latin typeface="Calibri"/>
                          <a:ea typeface="Calibri"/>
                          <a:cs typeface="Calibri"/>
                        </a:rPr>
                        <a:t> Adversarial Attack</a:t>
                      </a:r>
                      <a:endParaRPr lang="en-US" sz="3600" b="0" i="0">
                        <a:solidFill>
                          <a:srgbClr val="000000"/>
                        </a:solidFill>
                        <a:effectLst/>
                        <a:latin typeface="Calibri"/>
                        <a:ea typeface="Calibri"/>
                        <a:cs typeface="Calibri"/>
                      </a:endParaRPr>
                    </a:p>
                  </a:txBody>
                  <a:tcPr marL="19298" marR="19298" marT="9649" marB="964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8CBAD"/>
                    </a:solidFill>
                  </a:tcPr>
                </a:tc>
                <a:tc>
                  <a:txBody>
                    <a:bodyPr/>
                    <a:lstStyle/>
                    <a:p>
                      <a:pPr marL="0" marR="0" indent="0" algn="l" rtl="0" fontAlgn="base">
                        <a:lnSpc>
                          <a:spcPct val="100000"/>
                        </a:lnSpc>
                        <a:buNone/>
                      </a:pPr>
                      <a:r>
                        <a:rPr lang="en-US" sz="3600" b="0" i="0" u="none" strike="noStrike" dirty="0">
                          <a:solidFill>
                            <a:srgbClr val="000000"/>
                          </a:solidFill>
                          <a:effectLst/>
                          <a:latin typeface="Calibri"/>
                          <a:ea typeface="Calibri"/>
                          <a:cs typeface="Calibri"/>
                        </a:rPr>
                        <a:t> Universal patch, targeted red → green. 125 × 125 </a:t>
                      </a:r>
                      <a:r>
                        <a:rPr lang="en-US" sz="3600" b="0" i="0" u="none" strike="noStrike" dirty="0" err="1">
                          <a:solidFill>
                            <a:srgbClr val="000000"/>
                          </a:solidFill>
                          <a:effectLst/>
                          <a:latin typeface="Calibri"/>
                          <a:ea typeface="Calibri"/>
                          <a:cs typeface="Calibri"/>
                        </a:rPr>
                        <a:t>px</a:t>
                      </a:r>
                      <a:r>
                        <a:rPr lang="en-US" sz="3600" b="0" i="0" u="none" strike="noStrike" dirty="0">
                          <a:solidFill>
                            <a:srgbClr val="000000"/>
                          </a:solidFill>
                          <a:effectLst/>
                          <a:latin typeface="Calibri"/>
                          <a:ea typeface="Calibri"/>
                          <a:cs typeface="Calibri"/>
                        </a:rPr>
                        <a:t>, scaled  to the detected light. PGD (20 steps) under Expectation over  </a:t>
                      </a:r>
                      <a:r>
                        <a:rPr lang="en-US" sz="3600" b="1" i="0" u="none" strike="noStrike" dirty="0">
                          <a:solidFill>
                            <a:srgbClr val="000000"/>
                          </a:solidFill>
                          <a:effectLst/>
                          <a:latin typeface="Calibri"/>
                          <a:ea typeface="Calibri"/>
                          <a:cs typeface="Calibri"/>
                        </a:rPr>
                        <a:t>Transformation (EOT): </a:t>
                      </a:r>
                      <a:r>
                        <a:rPr lang="en-US" sz="3600" b="0" i="0" u="none" strike="noStrike" dirty="0">
                          <a:solidFill>
                            <a:srgbClr val="000000"/>
                          </a:solidFill>
                          <a:effectLst/>
                          <a:latin typeface="Calibri"/>
                          <a:ea typeface="Calibri"/>
                          <a:cs typeface="Calibri"/>
                        </a:rPr>
                        <a:t>sampled over random rotation, brightness, translation, and scale so it survives real viewing conditions.</a:t>
                      </a:r>
                      <a:endParaRPr lang="en-US" sz="3600" b="0" i="0" dirty="0">
                        <a:solidFill>
                          <a:srgbClr val="000000"/>
                        </a:solidFill>
                        <a:effectLst/>
                        <a:latin typeface="Calibri"/>
                        <a:ea typeface="Calibri"/>
                        <a:cs typeface="Calibri"/>
                      </a:endParaRPr>
                    </a:p>
                  </a:txBody>
                  <a:tcPr marL="19298" marR="19298" marT="9649" marB="964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8CBAD"/>
                    </a:solidFill>
                  </a:tcPr>
                </a:tc>
                <a:extLst>
                  <a:ext uri="{0D108BD9-81ED-4DB2-BD59-A6C34878D82A}">
                    <a16:rowId xmlns:a16="http://schemas.microsoft.com/office/drawing/2014/main" val="1952934175"/>
                  </a:ext>
                </a:extLst>
              </a:tr>
              <a:tr h="1712525">
                <a:tc>
                  <a:txBody>
                    <a:bodyPr/>
                    <a:lstStyle/>
                    <a:p>
                      <a:pPr marL="0" marR="0" indent="0" algn="l" rtl="0" fontAlgn="base">
                        <a:lnSpc>
                          <a:spcPct val="100000"/>
                        </a:lnSpc>
                        <a:buNone/>
                      </a:pPr>
                      <a:r>
                        <a:rPr lang="en-US" sz="3600" b="1" i="0" u="none" strike="noStrike">
                          <a:solidFill>
                            <a:srgbClr val="000000"/>
                          </a:solidFill>
                          <a:effectLst/>
                          <a:latin typeface="Calibri"/>
                          <a:ea typeface="Calibri"/>
                          <a:cs typeface="Calibri"/>
                        </a:rPr>
                        <a:t> Defense</a:t>
                      </a:r>
                      <a:r>
                        <a:rPr lang="en-US" sz="3600" b="0" i="0" u="none" strike="noStrike" dirty="0">
                          <a:solidFill>
                            <a:srgbClr val="000000"/>
                          </a:solidFill>
                          <a:effectLst/>
                          <a:latin typeface="Calibri"/>
                          <a:ea typeface="Calibri"/>
                          <a:cs typeface="Calibri"/>
                        </a:rPr>
                        <a:t> </a:t>
                      </a:r>
                      <a:endParaRPr lang="en-US" sz="3600" b="0" i="0" dirty="0">
                        <a:solidFill>
                          <a:srgbClr val="000000"/>
                        </a:solidFill>
                        <a:effectLst/>
                        <a:latin typeface="Calibri"/>
                        <a:ea typeface="Calibri"/>
                        <a:cs typeface="Calibri"/>
                      </a:endParaRPr>
                    </a:p>
                  </a:txBody>
                  <a:tcPr marL="19298" marR="19298" marT="9649" marB="964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8CBAD"/>
                    </a:solidFill>
                  </a:tcPr>
                </a:tc>
                <a:tc>
                  <a:txBody>
                    <a:bodyPr/>
                    <a:lstStyle/>
                    <a:p>
                      <a:pPr marL="0" marR="0" indent="0" algn="l" rtl="0" fontAlgn="base">
                        <a:lnSpc>
                          <a:spcPct val="100000"/>
                        </a:lnSpc>
                        <a:buNone/>
                      </a:pPr>
                      <a:r>
                        <a:rPr lang="en-US" sz="3600" b="1" i="0" u="none" strike="noStrike">
                          <a:solidFill>
                            <a:srgbClr val="000000"/>
                          </a:solidFill>
                          <a:effectLst/>
                          <a:latin typeface="Calibri"/>
                          <a:ea typeface="Calibri"/>
                          <a:cs typeface="Calibri"/>
                        </a:rPr>
                        <a:t> Adversarial training:</a:t>
                      </a:r>
                      <a:r>
                        <a:rPr lang="en-US" sz="3600" b="0" i="0" u="none" strike="noStrike">
                          <a:solidFill>
                            <a:srgbClr val="000000"/>
                          </a:solidFill>
                          <a:effectLst/>
                          <a:latin typeface="Calibri"/>
                          <a:ea typeface="Calibri"/>
                          <a:cs typeface="Calibri"/>
                        </a:rPr>
                        <a:t> frozen patch re-applied to training images with labels unchanged, so the patch must not alter the predicted state</a:t>
                      </a:r>
                      <a:endParaRPr lang="en-US" sz="3600" b="0" i="0">
                        <a:solidFill>
                          <a:srgbClr val="000000"/>
                        </a:solidFill>
                        <a:effectLst/>
                        <a:latin typeface="Calibri"/>
                        <a:ea typeface="Calibri"/>
                        <a:cs typeface="Calibri"/>
                      </a:endParaRPr>
                    </a:p>
                  </a:txBody>
                  <a:tcPr marL="19298" marR="19298" marT="9649" marB="964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8CBAD"/>
                    </a:solidFill>
                  </a:tcPr>
                </a:tc>
                <a:extLst>
                  <a:ext uri="{0D108BD9-81ED-4DB2-BD59-A6C34878D82A}">
                    <a16:rowId xmlns:a16="http://schemas.microsoft.com/office/drawing/2014/main" val="937652702"/>
                  </a:ext>
                </a:extLst>
              </a:tr>
              <a:tr h="3139632">
                <a:tc>
                  <a:txBody>
                    <a:bodyPr/>
                    <a:lstStyle/>
                    <a:p>
                      <a:pPr marL="0" marR="0" indent="0" algn="l" rtl="0" fontAlgn="base">
                        <a:lnSpc>
                          <a:spcPct val="100000"/>
                        </a:lnSpc>
                        <a:buNone/>
                      </a:pPr>
                      <a:r>
                        <a:rPr lang="en-US" sz="3600" b="1" i="0" u="none" strike="noStrike">
                          <a:solidFill>
                            <a:srgbClr val="000000"/>
                          </a:solidFill>
                          <a:effectLst/>
                          <a:latin typeface="Calibri"/>
                          <a:ea typeface="Calibri"/>
                          <a:cs typeface="Calibri"/>
                        </a:rPr>
                        <a:t> Evaluation Metrics</a:t>
                      </a:r>
                      <a:endParaRPr lang="en-US" sz="3600" b="0" i="0">
                        <a:solidFill>
                          <a:srgbClr val="000000"/>
                        </a:solidFill>
                        <a:effectLst/>
                        <a:latin typeface="Calibri"/>
                        <a:ea typeface="Calibri"/>
                        <a:cs typeface="Calibri"/>
                      </a:endParaRPr>
                    </a:p>
                  </a:txBody>
                  <a:tcPr marL="19298" marR="19298" marT="9649" marB="964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8CBAD"/>
                    </a:solidFill>
                  </a:tcPr>
                </a:tc>
                <a:tc>
                  <a:txBody>
                    <a:bodyPr/>
                    <a:lstStyle/>
                    <a:p>
                      <a:pPr marL="0" marR="0" indent="0" algn="l" rtl="0" fontAlgn="base">
                        <a:lnSpc>
                          <a:spcPct val="100000"/>
                        </a:lnSpc>
                        <a:buNone/>
                      </a:pPr>
                      <a:r>
                        <a:rPr lang="en-US" sz="3600" b="1" i="0" u="none" strike="noStrike">
                          <a:solidFill>
                            <a:srgbClr val="000000"/>
                          </a:solidFill>
                          <a:effectLst/>
                          <a:latin typeface="Calibri"/>
                          <a:ea typeface="Calibri"/>
                          <a:cs typeface="Calibri"/>
                        </a:rPr>
                        <a:t>Classification Accuracy:</a:t>
                      </a:r>
                      <a:r>
                        <a:rPr lang="en-US" sz="3600" b="0" i="0" u="none" strike="noStrike">
                          <a:solidFill>
                            <a:srgbClr val="000000"/>
                          </a:solidFill>
                          <a:effectLst/>
                          <a:latin typeface="Calibri"/>
                          <a:ea typeface="Calibri"/>
                          <a:cs typeface="Calibri"/>
                        </a:rPr>
                        <a:t> Correct light state, given the light was detected</a:t>
                      </a:r>
                      <a:endParaRPr lang="en-US" sz="3600" b="0" i="0">
                        <a:solidFill>
                          <a:srgbClr val="000000"/>
                        </a:solidFill>
                        <a:effectLst/>
                        <a:latin typeface="Calibri"/>
                        <a:ea typeface="Calibri"/>
                        <a:cs typeface="Calibri"/>
                      </a:endParaRPr>
                    </a:p>
                    <a:p>
                      <a:pPr marL="0" marR="0" lvl="0" indent="0" algn="l" rtl="0">
                        <a:lnSpc>
                          <a:spcPct val="100000"/>
                        </a:lnSpc>
                        <a:buNone/>
                      </a:pPr>
                      <a:r>
                        <a:rPr lang="en-US" sz="3600" b="1" i="0" u="none" strike="noStrike">
                          <a:solidFill>
                            <a:srgbClr val="000000"/>
                          </a:solidFill>
                          <a:effectLst/>
                          <a:latin typeface="Calibri"/>
                          <a:ea typeface="Calibri"/>
                          <a:cs typeface="Calibri"/>
                        </a:rPr>
                        <a:t>Targeted Misclassification Rate (TMR):</a:t>
                      </a:r>
                      <a:r>
                        <a:rPr lang="en-US" sz="3600" b="0" i="0" u="none" strike="noStrike" dirty="0">
                          <a:solidFill>
                            <a:srgbClr val="000000"/>
                          </a:solidFill>
                          <a:effectLst/>
                          <a:latin typeface="Calibri"/>
                          <a:ea typeface="Calibri"/>
                          <a:cs typeface="Calibri"/>
                        </a:rPr>
                        <a:t> </a:t>
                      </a:r>
                      <a:r>
                        <a:rPr lang="en-US" sz="3600" b="1" i="0" u="none" strike="noStrike">
                          <a:solidFill>
                            <a:srgbClr val="FF0000"/>
                          </a:solidFill>
                          <a:effectLst/>
                          <a:latin typeface="Calibri"/>
                          <a:ea typeface="Calibri"/>
                          <a:cs typeface="Calibri"/>
                        </a:rPr>
                        <a:t>red </a:t>
                      </a:r>
                      <a:r>
                        <a:rPr lang="en-US" sz="3600" b="0" i="0" u="none" strike="noStrike">
                          <a:solidFill>
                            <a:srgbClr val="000000"/>
                          </a:solidFill>
                          <a:effectLst/>
                          <a:latin typeface="Calibri"/>
                          <a:ea typeface="Calibri"/>
                          <a:cs typeface="Calibri"/>
                        </a:rPr>
                        <a:t>lights flipped to </a:t>
                      </a:r>
                      <a:r>
                        <a:rPr lang="en-US" sz="3600" b="1" i="0" u="none" strike="noStrike">
                          <a:solidFill>
                            <a:srgbClr val="558336"/>
                          </a:solidFill>
                          <a:effectLst/>
                          <a:latin typeface="Calibri"/>
                          <a:ea typeface="Calibri"/>
                          <a:cs typeface="Calibri"/>
                        </a:rPr>
                        <a:t>green </a:t>
                      </a:r>
                      <a:r>
                        <a:rPr lang="en-US" sz="3600" b="0" i="0" u="none" strike="noStrike">
                          <a:solidFill>
                            <a:srgbClr val="000000"/>
                          </a:solidFill>
                          <a:effectLst/>
                          <a:latin typeface="Calibri"/>
                          <a:ea typeface="Calibri"/>
                          <a:cs typeface="Calibri"/>
                        </a:rPr>
                        <a:t>by the attack </a:t>
                      </a:r>
                      <a:endParaRPr lang="en-US" sz="3600" b="0" i="0">
                        <a:solidFill>
                          <a:srgbClr val="000000"/>
                        </a:solidFill>
                        <a:effectLst/>
                        <a:latin typeface="Calibri"/>
                        <a:ea typeface="Calibri"/>
                        <a:cs typeface="Calibri"/>
                      </a:endParaRPr>
                    </a:p>
                    <a:p>
                      <a:pPr marL="0" marR="0" lvl="0" indent="0" algn="l" rtl="0">
                        <a:lnSpc>
                          <a:spcPct val="100000"/>
                        </a:lnSpc>
                        <a:buNone/>
                      </a:pPr>
                      <a:r>
                        <a:rPr lang="en-US" sz="3600" b="1" i="0" u="none" strike="noStrike">
                          <a:solidFill>
                            <a:srgbClr val="000000"/>
                          </a:solidFill>
                          <a:effectLst/>
                          <a:latin typeface="Calibri"/>
                          <a:ea typeface="Calibri"/>
                          <a:cs typeface="Calibri"/>
                        </a:rPr>
                        <a:t>Vanishing Rate:</a:t>
                      </a:r>
                      <a:r>
                        <a:rPr lang="en-US" sz="3600" b="0" i="0" u="none" strike="noStrike">
                          <a:solidFill>
                            <a:srgbClr val="000000"/>
                          </a:solidFill>
                          <a:effectLst/>
                          <a:latin typeface="Calibri"/>
                          <a:ea typeface="Calibri"/>
                          <a:cs typeface="Calibri"/>
                        </a:rPr>
                        <a:t> Lights not detected at all under attack</a:t>
                      </a:r>
                      <a:endParaRPr lang="en-US" sz="3600" b="0" i="0">
                        <a:solidFill>
                          <a:srgbClr val="000000"/>
                        </a:solidFill>
                        <a:effectLst/>
                        <a:latin typeface="Calibri"/>
                        <a:ea typeface="Calibri"/>
                        <a:cs typeface="Calibri"/>
                      </a:endParaRPr>
                    </a:p>
                  </a:txBody>
                  <a:tcPr marL="19298" marR="19298" marT="9649" marB="964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8CBAD"/>
                    </a:solidFill>
                  </a:tcPr>
                </a:tc>
                <a:extLst>
                  <a:ext uri="{0D108BD9-81ED-4DB2-BD59-A6C34878D82A}">
                    <a16:rowId xmlns:a16="http://schemas.microsoft.com/office/drawing/2014/main" val="1187959752"/>
                  </a:ext>
                </a:extLst>
              </a:tr>
            </a:tbl>
          </a:graphicData>
        </a:graphic>
      </p:graphicFrame>
    </p:spTree>
    <p:extLst>
      <p:ext uri="{BB962C8B-B14F-4D97-AF65-F5344CB8AC3E}">
        <p14:creationId xmlns:p14="http://schemas.microsoft.com/office/powerpoint/2010/main" val="349201980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0</TotalTime>
  <Words>496</Words>
  <Application>Microsoft Macintosh PowerPoint</Application>
  <PresentationFormat>Custom</PresentationFormat>
  <Paragraphs>46</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Calibri Light</vt:lpstr>
      <vt:lpstr>Times New Roman</vt:lpstr>
      <vt:lpstr>Wingdings</vt:lpstr>
      <vt:lpstr>Office Theme</vt:lpstr>
      <vt:lpstr>PowerPoint Presentation</vt:lpstr>
    </vt:vector>
  </TitlesOfParts>
  <Company>The University of Alabama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Sagar Dasgupta</dc:creator>
  <cp:lastModifiedBy>Nwosu, Chinualumogu M</cp:lastModifiedBy>
  <cp:revision>3</cp:revision>
  <cp:lastPrinted>2023-03-30T19:19:46Z</cp:lastPrinted>
  <dcterms:created xsi:type="dcterms:W3CDTF">2023-03-30T17:12:24Z</dcterms:created>
  <dcterms:modified xsi:type="dcterms:W3CDTF">2026-07-23T02:38:56Z</dcterms:modified>
</cp:coreProperties>
</file>